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5" r:id="rId3"/>
    <p:sldId id="284" r:id="rId4"/>
    <p:sldId id="270" r:id="rId5"/>
    <p:sldId id="272" r:id="rId6"/>
    <p:sldId id="274" r:id="rId7"/>
    <p:sldId id="275" r:id="rId8"/>
    <p:sldId id="276" r:id="rId9"/>
    <p:sldId id="286" r:id="rId10"/>
    <p:sldId id="287" r:id="rId11"/>
    <p:sldId id="288" r:id="rId12"/>
    <p:sldId id="289" r:id="rId13"/>
    <p:sldId id="290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01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E740C7-9DF1-48DC-8143-771D46B700C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1D9565A-50D1-40F5-B066-C91D2E547206}">
      <dgm:prSet/>
      <dgm:spPr/>
      <dgm:t>
        <a:bodyPr/>
        <a:lstStyle/>
        <a:p>
          <a:r>
            <a:rPr lang="en-US"/>
            <a:t>- **Our Principles:**</a:t>
          </a:r>
        </a:p>
      </dgm:t>
    </dgm:pt>
    <dgm:pt modelId="{7EA9025E-30B1-4E95-A4E6-95B4557C8A32}" type="parTrans" cxnId="{526A39D9-8A83-45C8-A049-D548CE0097A5}">
      <dgm:prSet/>
      <dgm:spPr/>
      <dgm:t>
        <a:bodyPr/>
        <a:lstStyle/>
        <a:p>
          <a:endParaRPr lang="en-US"/>
        </a:p>
      </dgm:t>
    </dgm:pt>
    <dgm:pt modelId="{A38EC551-D0CC-4ABA-A420-D4AB867C467A}" type="sibTrans" cxnId="{526A39D9-8A83-45C8-A049-D548CE0097A5}">
      <dgm:prSet/>
      <dgm:spPr/>
      <dgm:t>
        <a:bodyPr/>
        <a:lstStyle/>
        <a:p>
          <a:endParaRPr lang="en-US"/>
        </a:p>
      </dgm:t>
    </dgm:pt>
    <dgm:pt modelId="{1E1FCB98-7DB0-4127-A306-15D1DCD431D1}">
      <dgm:prSet/>
      <dgm:spPr/>
      <dgm:t>
        <a:bodyPr/>
        <a:lstStyle/>
        <a:p>
          <a:r>
            <a:rPr lang="en-US"/>
            <a:t>- Confidentiality: Protecting sensitive data from unauthorized access.</a:t>
          </a:r>
        </a:p>
      </dgm:t>
    </dgm:pt>
    <dgm:pt modelId="{13DEFDC9-61AD-4DCE-A61F-9265CBE01ADF}" type="parTrans" cxnId="{B32A9999-7164-46E4-BA1D-B85DF9D112B1}">
      <dgm:prSet/>
      <dgm:spPr/>
      <dgm:t>
        <a:bodyPr/>
        <a:lstStyle/>
        <a:p>
          <a:endParaRPr lang="en-US"/>
        </a:p>
      </dgm:t>
    </dgm:pt>
    <dgm:pt modelId="{86478A86-F6E2-4FCA-B4D9-BE24DC7F2F11}" type="sibTrans" cxnId="{B32A9999-7164-46E4-BA1D-B85DF9D112B1}">
      <dgm:prSet/>
      <dgm:spPr/>
      <dgm:t>
        <a:bodyPr/>
        <a:lstStyle/>
        <a:p>
          <a:endParaRPr lang="en-US"/>
        </a:p>
      </dgm:t>
    </dgm:pt>
    <dgm:pt modelId="{403F5328-996B-4D82-8D74-6ED1EF78327F}">
      <dgm:prSet/>
      <dgm:spPr/>
      <dgm:t>
        <a:bodyPr/>
        <a:lstStyle/>
        <a:p>
          <a:r>
            <a:rPr lang="en-US"/>
            <a:t>- Integrity: Ensuring the accuracy and reliability of information.</a:t>
          </a:r>
        </a:p>
      </dgm:t>
    </dgm:pt>
    <dgm:pt modelId="{7B08CBEA-27FD-4754-9049-556FDD643867}" type="parTrans" cxnId="{E22B1DF8-AA1A-470C-9389-3B70528ED172}">
      <dgm:prSet/>
      <dgm:spPr/>
      <dgm:t>
        <a:bodyPr/>
        <a:lstStyle/>
        <a:p>
          <a:endParaRPr lang="en-US"/>
        </a:p>
      </dgm:t>
    </dgm:pt>
    <dgm:pt modelId="{C03CF209-AC3A-4055-B594-EA3B8629AE1D}" type="sibTrans" cxnId="{E22B1DF8-AA1A-470C-9389-3B70528ED172}">
      <dgm:prSet/>
      <dgm:spPr/>
      <dgm:t>
        <a:bodyPr/>
        <a:lstStyle/>
        <a:p>
          <a:endParaRPr lang="en-US"/>
        </a:p>
      </dgm:t>
    </dgm:pt>
    <dgm:pt modelId="{6BCD7A3F-EB67-477D-B0B8-82D482913E71}">
      <dgm:prSet/>
      <dgm:spPr/>
      <dgm:t>
        <a:bodyPr/>
        <a:lstStyle/>
        <a:p>
          <a:r>
            <a:rPr lang="en-US"/>
            <a:t>- Availability: Guaranteeing seamless access to resources when needed.</a:t>
          </a:r>
        </a:p>
      </dgm:t>
    </dgm:pt>
    <dgm:pt modelId="{838F5D31-C8F5-43B6-96EE-A964C6AA5BC7}" type="parTrans" cxnId="{67250B16-19C3-4368-9AF2-380ECC94BDAD}">
      <dgm:prSet/>
      <dgm:spPr/>
      <dgm:t>
        <a:bodyPr/>
        <a:lstStyle/>
        <a:p>
          <a:endParaRPr lang="en-US"/>
        </a:p>
      </dgm:t>
    </dgm:pt>
    <dgm:pt modelId="{09376AAE-431F-4A2A-8B56-05D563ECF9B5}" type="sibTrans" cxnId="{67250B16-19C3-4368-9AF2-380ECC94BDAD}">
      <dgm:prSet/>
      <dgm:spPr/>
      <dgm:t>
        <a:bodyPr/>
        <a:lstStyle/>
        <a:p>
          <a:endParaRPr lang="en-US"/>
        </a:p>
      </dgm:t>
    </dgm:pt>
    <dgm:pt modelId="{2B9D0B39-71C9-4496-9679-211BE5AA70A0}">
      <dgm:prSet/>
      <dgm:spPr/>
      <dgm:t>
        <a:bodyPr/>
        <a:lstStyle/>
        <a:p>
          <a:r>
            <a:rPr lang="en-US"/>
            <a:t>- **Compliance Standards:**</a:t>
          </a:r>
        </a:p>
      </dgm:t>
    </dgm:pt>
    <dgm:pt modelId="{5914600B-A29C-45D8-9E26-7B162D6EC78C}" type="parTrans" cxnId="{5485B59F-F7DC-47DE-B168-984A4D11109F}">
      <dgm:prSet/>
      <dgm:spPr/>
      <dgm:t>
        <a:bodyPr/>
        <a:lstStyle/>
        <a:p>
          <a:endParaRPr lang="en-US"/>
        </a:p>
      </dgm:t>
    </dgm:pt>
    <dgm:pt modelId="{5D1D189D-1D7D-409C-B426-B24E21BCBBB7}" type="sibTrans" cxnId="{5485B59F-F7DC-47DE-B168-984A4D11109F}">
      <dgm:prSet/>
      <dgm:spPr/>
      <dgm:t>
        <a:bodyPr/>
        <a:lstStyle/>
        <a:p>
          <a:endParaRPr lang="en-US"/>
        </a:p>
      </dgm:t>
    </dgm:pt>
    <dgm:pt modelId="{D02B40D4-BDE0-40F6-AF82-C38C41FC7A10}">
      <dgm:prSet/>
      <dgm:spPr/>
      <dgm:t>
        <a:bodyPr/>
        <a:lstStyle/>
        <a:p>
          <a:r>
            <a:rPr lang="en-US"/>
            <a:t>- ISO 27001/27002: Global information security benchmarks.</a:t>
          </a:r>
        </a:p>
      </dgm:t>
    </dgm:pt>
    <dgm:pt modelId="{B2D9D260-57EA-40E5-B191-E621076FACD7}" type="parTrans" cxnId="{53C0EBC4-B57D-496B-9DCB-48EF0077D4B5}">
      <dgm:prSet/>
      <dgm:spPr/>
      <dgm:t>
        <a:bodyPr/>
        <a:lstStyle/>
        <a:p>
          <a:endParaRPr lang="en-US"/>
        </a:p>
      </dgm:t>
    </dgm:pt>
    <dgm:pt modelId="{B4E68D06-6F22-4279-9CBD-B7AF969B9BDB}" type="sibTrans" cxnId="{53C0EBC4-B57D-496B-9DCB-48EF0077D4B5}">
      <dgm:prSet/>
      <dgm:spPr/>
      <dgm:t>
        <a:bodyPr/>
        <a:lstStyle/>
        <a:p>
          <a:endParaRPr lang="en-US"/>
        </a:p>
      </dgm:t>
    </dgm:pt>
    <dgm:pt modelId="{2B8CBD74-2DF1-4203-AB37-F0331A6FF9D9}">
      <dgm:prSet/>
      <dgm:spPr/>
      <dgm:t>
        <a:bodyPr/>
        <a:lstStyle/>
        <a:p>
          <a:r>
            <a:rPr lang="en-US" dirty="0"/>
            <a:t>- GDPR: Protecting personal data under European regulations.</a:t>
          </a:r>
        </a:p>
      </dgm:t>
    </dgm:pt>
    <dgm:pt modelId="{53F35093-29A1-42A0-9D7B-16FE07279D2C}" type="parTrans" cxnId="{345F8C2E-0AEE-43DE-A87F-B485ECA22E86}">
      <dgm:prSet/>
      <dgm:spPr/>
      <dgm:t>
        <a:bodyPr/>
        <a:lstStyle/>
        <a:p>
          <a:endParaRPr lang="en-US"/>
        </a:p>
      </dgm:t>
    </dgm:pt>
    <dgm:pt modelId="{8A9350E4-3CD0-4526-A266-CA94F396DAE5}" type="sibTrans" cxnId="{345F8C2E-0AEE-43DE-A87F-B485ECA22E86}">
      <dgm:prSet/>
      <dgm:spPr/>
      <dgm:t>
        <a:bodyPr/>
        <a:lstStyle/>
        <a:p>
          <a:endParaRPr lang="en-US"/>
        </a:p>
      </dgm:t>
    </dgm:pt>
    <dgm:pt modelId="{610178E5-4C3A-4445-B1B0-FC5FE3D65A6F}">
      <dgm:prSet/>
      <dgm:spPr/>
      <dgm:t>
        <a:bodyPr/>
        <a:lstStyle/>
        <a:p>
          <a:r>
            <a:rPr lang="en-US" dirty="0"/>
            <a:t>- HIPAA: Ensuring healthcare information privacy and security.</a:t>
          </a:r>
        </a:p>
      </dgm:t>
    </dgm:pt>
    <dgm:pt modelId="{ABEDD4BD-1D82-49DD-B57E-52240AAA8FA5}" type="parTrans" cxnId="{4C67E9F9-61DB-47FF-BD8D-2F4E91D5DDDF}">
      <dgm:prSet/>
      <dgm:spPr/>
      <dgm:t>
        <a:bodyPr/>
        <a:lstStyle/>
        <a:p>
          <a:endParaRPr lang="en-US"/>
        </a:p>
      </dgm:t>
    </dgm:pt>
    <dgm:pt modelId="{678672E0-A3F9-424E-88EE-6F72E787C50E}" type="sibTrans" cxnId="{4C67E9F9-61DB-47FF-BD8D-2F4E91D5DDDF}">
      <dgm:prSet/>
      <dgm:spPr/>
      <dgm:t>
        <a:bodyPr/>
        <a:lstStyle/>
        <a:p>
          <a:endParaRPr lang="en-US"/>
        </a:p>
      </dgm:t>
    </dgm:pt>
    <dgm:pt modelId="{CB892B63-A75C-4D42-B32A-9B036772DB9E}">
      <dgm:prSet/>
      <dgm:spPr/>
      <dgm:t>
        <a:bodyPr/>
        <a:lstStyle/>
        <a:p>
          <a:r>
            <a:rPr lang="en-US"/>
            <a:t>- **Key Measures:**</a:t>
          </a:r>
        </a:p>
      </dgm:t>
    </dgm:pt>
    <dgm:pt modelId="{6EAC8F24-792A-464C-A8E0-E10F0C9FDA9C}" type="parTrans" cxnId="{34AFA6DD-01ED-47D5-BE3A-7BC72CE86557}">
      <dgm:prSet/>
      <dgm:spPr/>
      <dgm:t>
        <a:bodyPr/>
        <a:lstStyle/>
        <a:p>
          <a:endParaRPr lang="en-US"/>
        </a:p>
      </dgm:t>
    </dgm:pt>
    <dgm:pt modelId="{600A1AFB-0811-4FCD-8304-A3E88E50D0E7}" type="sibTrans" cxnId="{34AFA6DD-01ED-47D5-BE3A-7BC72CE86557}">
      <dgm:prSet/>
      <dgm:spPr/>
      <dgm:t>
        <a:bodyPr/>
        <a:lstStyle/>
        <a:p>
          <a:endParaRPr lang="en-US"/>
        </a:p>
      </dgm:t>
    </dgm:pt>
    <dgm:pt modelId="{F49EDE2D-175D-49E1-881F-409358569253}">
      <dgm:prSet/>
      <dgm:spPr/>
      <dgm:t>
        <a:bodyPr/>
        <a:lstStyle/>
        <a:p>
          <a:r>
            <a:rPr lang="en-US"/>
            <a:t>- Regular audits to identify and mitigate risks.</a:t>
          </a:r>
        </a:p>
      </dgm:t>
    </dgm:pt>
    <dgm:pt modelId="{186D103F-685A-4D1C-9D4F-35C38E484F43}" type="parTrans" cxnId="{34566E49-B51D-418C-A527-136326D5BE08}">
      <dgm:prSet/>
      <dgm:spPr/>
      <dgm:t>
        <a:bodyPr/>
        <a:lstStyle/>
        <a:p>
          <a:endParaRPr lang="en-US"/>
        </a:p>
      </dgm:t>
    </dgm:pt>
    <dgm:pt modelId="{5EDA9DF7-24C6-4229-8817-61DE376288C7}" type="sibTrans" cxnId="{34566E49-B51D-418C-A527-136326D5BE08}">
      <dgm:prSet/>
      <dgm:spPr/>
      <dgm:t>
        <a:bodyPr/>
        <a:lstStyle/>
        <a:p>
          <a:endParaRPr lang="en-US"/>
        </a:p>
      </dgm:t>
    </dgm:pt>
    <dgm:pt modelId="{17F40ACC-2F60-463D-9567-EB211F9F506E}">
      <dgm:prSet/>
      <dgm:spPr/>
      <dgm:t>
        <a:bodyPr/>
        <a:lstStyle/>
        <a:p>
          <a:r>
            <a:rPr lang="en-US"/>
            <a:t>- Employee training sessions on cybersecurity awareness.</a:t>
          </a:r>
        </a:p>
      </dgm:t>
    </dgm:pt>
    <dgm:pt modelId="{2644D538-1CAC-41C4-A987-A195CB563B98}" type="parTrans" cxnId="{9CEB9128-64CD-4D5F-9355-B04111E85AC3}">
      <dgm:prSet/>
      <dgm:spPr/>
      <dgm:t>
        <a:bodyPr/>
        <a:lstStyle/>
        <a:p>
          <a:endParaRPr lang="en-US"/>
        </a:p>
      </dgm:t>
    </dgm:pt>
    <dgm:pt modelId="{090F2F65-73A6-4329-8FA4-AF5F5720D3E2}" type="sibTrans" cxnId="{9CEB9128-64CD-4D5F-9355-B04111E85AC3}">
      <dgm:prSet/>
      <dgm:spPr/>
      <dgm:t>
        <a:bodyPr/>
        <a:lstStyle/>
        <a:p>
          <a:endParaRPr lang="en-US"/>
        </a:p>
      </dgm:t>
    </dgm:pt>
    <dgm:pt modelId="{55A2F117-9AD5-46BA-86B9-46C811B595CE}">
      <dgm:prSet/>
      <dgm:spPr/>
      <dgm:t>
        <a:bodyPr/>
        <a:lstStyle/>
        <a:p>
          <a:r>
            <a:rPr lang="en-US"/>
            <a:t>- Secure access control policies, including multi-factor authentication.</a:t>
          </a:r>
        </a:p>
      </dgm:t>
    </dgm:pt>
    <dgm:pt modelId="{EBE66C02-049B-4B84-95E3-51FCB19FE1CB}" type="parTrans" cxnId="{F94ED148-9018-4F6F-A8CA-450D39E1CE1A}">
      <dgm:prSet/>
      <dgm:spPr/>
      <dgm:t>
        <a:bodyPr/>
        <a:lstStyle/>
        <a:p>
          <a:endParaRPr lang="en-US"/>
        </a:p>
      </dgm:t>
    </dgm:pt>
    <dgm:pt modelId="{E82F2800-59F0-4360-9BE0-AD8C81BABAB3}" type="sibTrans" cxnId="{F94ED148-9018-4F6F-A8CA-450D39E1CE1A}">
      <dgm:prSet/>
      <dgm:spPr/>
      <dgm:t>
        <a:bodyPr/>
        <a:lstStyle/>
        <a:p>
          <a:endParaRPr lang="en-US"/>
        </a:p>
      </dgm:t>
    </dgm:pt>
    <dgm:pt modelId="{DCAF1597-196F-4190-97A7-D4720E0CDE5E}">
      <dgm:prSet/>
      <dgm:spPr/>
      <dgm:t>
        <a:bodyPr/>
        <a:lstStyle/>
        <a:p>
          <a:r>
            <a:rPr lang="en-US"/>
            <a:t>- Proactive threat monitoring and swift incident response mechanisms.</a:t>
          </a:r>
        </a:p>
      </dgm:t>
    </dgm:pt>
    <dgm:pt modelId="{47B6E34C-C1B2-4D24-8BB0-A412A12DD96C}" type="parTrans" cxnId="{E05261C1-6CA0-43B1-99D9-42B567E093D3}">
      <dgm:prSet/>
      <dgm:spPr/>
      <dgm:t>
        <a:bodyPr/>
        <a:lstStyle/>
        <a:p>
          <a:endParaRPr lang="en-US"/>
        </a:p>
      </dgm:t>
    </dgm:pt>
    <dgm:pt modelId="{CF275E0F-989B-46D6-9103-15FD12A4A3EE}" type="sibTrans" cxnId="{E05261C1-6CA0-43B1-99D9-42B567E093D3}">
      <dgm:prSet/>
      <dgm:spPr/>
      <dgm:t>
        <a:bodyPr/>
        <a:lstStyle/>
        <a:p>
          <a:endParaRPr lang="en-US"/>
        </a:p>
      </dgm:t>
    </dgm:pt>
    <dgm:pt modelId="{04A00256-8135-4311-A2C1-11193443A5ED}">
      <dgm:prSet/>
      <dgm:spPr/>
      <dgm:t>
        <a:bodyPr/>
        <a:lstStyle/>
        <a:p>
          <a:r>
            <a:rPr lang="en-US"/>
            <a:t>- Centralized systems for policy acknowledgment and compliance tracking.</a:t>
          </a:r>
        </a:p>
      </dgm:t>
    </dgm:pt>
    <dgm:pt modelId="{05D1DDAB-B5B2-400F-92D7-B11C74B04997}" type="parTrans" cxnId="{99C5EBF2-6398-4771-ACC3-53CD686BE0B3}">
      <dgm:prSet/>
      <dgm:spPr/>
      <dgm:t>
        <a:bodyPr/>
        <a:lstStyle/>
        <a:p>
          <a:endParaRPr lang="en-US"/>
        </a:p>
      </dgm:t>
    </dgm:pt>
    <dgm:pt modelId="{C006B35C-51B9-4A95-8D77-351C6131FB63}" type="sibTrans" cxnId="{99C5EBF2-6398-4771-ACC3-53CD686BE0B3}">
      <dgm:prSet/>
      <dgm:spPr/>
      <dgm:t>
        <a:bodyPr/>
        <a:lstStyle/>
        <a:p>
          <a:endParaRPr lang="en-US"/>
        </a:p>
      </dgm:t>
    </dgm:pt>
    <dgm:pt modelId="{F5526EA5-155D-4F2A-B19F-5A9F8BFA0DC7}" type="pres">
      <dgm:prSet presAssocID="{DBE740C7-9DF1-48DC-8143-771D46B700C9}" presName="diagram" presStyleCnt="0">
        <dgm:presLayoutVars>
          <dgm:dir/>
          <dgm:resizeHandles val="exact"/>
        </dgm:presLayoutVars>
      </dgm:prSet>
      <dgm:spPr/>
    </dgm:pt>
    <dgm:pt modelId="{C90984D0-34FA-46DA-BAEA-0A9950639650}" type="pres">
      <dgm:prSet presAssocID="{31D9565A-50D1-40F5-B066-C91D2E547206}" presName="node" presStyleLbl="node1" presStyleIdx="0" presStyleCnt="14">
        <dgm:presLayoutVars>
          <dgm:bulletEnabled val="1"/>
        </dgm:presLayoutVars>
      </dgm:prSet>
      <dgm:spPr/>
    </dgm:pt>
    <dgm:pt modelId="{D6A071EA-87B8-4E89-80CB-4297E628E36C}" type="pres">
      <dgm:prSet presAssocID="{A38EC551-D0CC-4ABA-A420-D4AB867C467A}" presName="sibTrans" presStyleCnt="0"/>
      <dgm:spPr/>
    </dgm:pt>
    <dgm:pt modelId="{9EF8C211-C5E9-459D-B90D-0D7D203E3905}" type="pres">
      <dgm:prSet presAssocID="{1E1FCB98-7DB0-4127-A306-15D1DCD431D1}" presName="node" presStyleLbl="node1" presStyleIdx="1" presStyleCnt="14">
        <dgm:presLayoutVars>
          <dgm:bulletEnabled val="1"/>
        </dgm:presLayoutVars>
      </dgm:prSet>
      <dgm:spPr/>
    </dgm:pt>
    <dgm:pt modelId="{9FF3A230-10E7-46AA-BBC9-82D83FB47548}" type="pres">
      <dgm:prSet presAssocID="{86478A86-F6E2-4FCA-B4D9-BE24DC7F2F11}" presName="sibTrans" presStyleCnt="0"/>
      <dgm:spPr/>
    </dgm:pt>
    <dgm:pt modelId="{C97EC3F9-783E-4A53-BB48-6B3449237B7B}" type="pres">
      <dgm:prSet presAssocID="{403F5328-996B-4D82-8D74-6ED1EF78327F}" presName="node" presStyleLbl="node1" presStyleIdx="2" presStyleCnt="14">
        <dgm:presLayoutVars>
          <dgm:bulletEnabled val="1"/>
        </dgm:presLayoutVars>
      </dgm:prSet>
      <dgm:spPr/>
    </dgm:pt>
    <dgm:pt modelId="{8026CB18-15A1-4905-9E5E-9421AA2C5C25}" type="pres">
      <dgm:prSet presAssocID="{C03CF209-AC3A-4055-B594-EA3B8629AE1D}" presName="sibTrans" presStyleCnt="0"/>
      <dgm:spPr/>
    </dgm:pt>
    <dgm:pt modelId="{B35B1ABB-8EB6-4733-AA2F-CE7E3CB18B26}" type="pres">
      <dgm:prSet presAssocID="{6BCD7A3F-EB67-477D-B0B8-82D482913E71}" presName="node" presStyleLbl="node1" presStyleIdx="3" presStyleCnt="14">
        <dgm:presLayoutVars>
          <dgm:bulletEnabled val="1"/>
        </dgm:presLayoutVars>
      </dgm:prSet>
      <dgm:spPr/>
    </dgm:pt>
    <dgm:pt modelId="{6D3CB214-394E-4AF7-B0F4-22F9D626538B}" type="pres">
      <dgm:prSet presAssocID="{09376AAE-431F-4A2A-8B56-05D563ECF9B5}" presName="sibTrans" presStyleCnt="0"/>
      <dgm:spPr/>
    </dgm:pt>
    <dgm:pt modelId="{5BDC26E8-B591-485F-BBDB-DFADFF3CDA0C}" type="pres">
      <dgm:prSet presAssocID="{2B9D0B39-71C9-4496-9679-211BE5AA70A0}" presName="node" presStyleLbl="node1" presStyleIdx="4" presStyleCnt="14">
        <dgm:presLayoutVars>
          <dgm:bulletEnabled val="1"/>
        </dgm:presLayoutVars>
      </dgm:prSet>
      <dgm:spPr/>
    </dgm:pt>
    <dgm:pt modelId="{572259B9-F96D-471F-8376-404846F58850}" type="pres">
      <dgm:prSet presAssocID="{5D1D189D-1D7D-409C-B426-B24E21BCBBB7}" presName="sibTrans" presStyleCnt="0"/>
      <dgm:spPr/>
    </dgm:pt>
    <dgm:pt modelId="{1FDAD6BD-ABF1-4AAB-A4D5-99E2F8C2127B}" type="pres">
      <dgm:prSet presAssocID="{D02B40D4-BDE0-40F6-AF82-C38C41FC7A10}" presName="node" presStyleLbl="node1" presStyleIdx="5" presStyleCnt="14">
        <dgm:presLayoutVars>
          <dgm:bulletEnabled val="1"/>
        </dgm:presLayoutVars>
      </dgm:prSet>
      <dgm:spPr/>
    </dgm:pt>
    <dgm:pt modelId="{D574EBBD-4587-4796-80B4-3A42AFA62B85}" type="pres">
      <dgm:prSet presAssocID="{B4E68D06-6F22-4279-9CBD-B7AF969B9BDB}" presName="sibTrans" presStyleCnt="0"/>
      <dgm:spPr/>
    </dgm:pt>
    <dgm:pt modelId="{BBCF4A6D-FB35-49A7-B6ED-0E82F8C4B9AE}" type="pres">
      <dgm:prSet presAssocID="{2B8CBD74-2DF1-4203-AB37-F0331A6FF9D9}" presName="node" presStyleLbl="node1" presStyleIdx="6" presStyleCnt="14">
        <dgm:presLayoutVars>
          <dgm:bulletEnabled val="1"/>
        </dgm:presLayoutVars>
      </dgm:prSet>
      <dgm:spPr/>
    </dgm:pt>
    <dgm:pt modelId="{31FD32DC-041C-4483-8A61-5ADBCF6008A7}" type="pres">
      <dgm:prSet presAssocID="{8A9350E4-3CD0-4526-A266-CA94F396DAE5}" presName="sibTrans" presStyleCnt="0"/>
      <dgm:spPr/>
    </dgm:pt>
    <dgm:pt modelId="{4F1F2B4C-8F7B-411C-8B72-3A2CE7BB1A65}" type="pres">
      <dgm:prSet presAssocID="{610178E5-4C3A-4445-B1B0-FC5FE3D65A6F}" presName="node" presStyleLbl="node1" presStyleIdx="7" presStyleCnt="14">
        <dgm:presLayoutVars>
          <dgm:bulletEnabled val="1"/>
        </dgm:presLayoutVars>
      </dgm:prSet>
      <dgm:spPr/>
    </dgm:pt>
    <dgm:pt modelId="{EAFD53A2-6B90-4EA7-B808-3B2AA4FA9BB3}" type="pres">
      <dgm:prSet presAssocID="{678672E0-A3F9-424E-88EE-6F72E787C50E}" presName="sibTrans" presStyleCnt="0"/>
      <dgm:spPr/>
    </dgm:pt>
    <dgm:pt modelId="{739D89BE-AC7A-4C02-A9DC-780AD8FCBB80}" type="pres">
      <dgm:prSet presAssocID="{CB892B63-A75C-4D42-B32A-9B036772DB9E}" presName="node" presStyleLbl="node1" presStyleIdx="8" presStyleCnt="14">
        <dgm:presLayoutVars>
          <dgm:bulletEnabled val="1"/>
        </dgm:presLayoutVars>
      </dgm:prSet>
      <dgm:spPr/>
    </dgm:pt>
    <dgm:pt modelId="{DDF1CE53-EEF5-4AAC-A749-2E5CB29C708F}" type="pres">
      <dgm:prSet presAssocID="{600A1AFB-0811-4FCD-8304-A3E88E50D0E7}" presName="sibTrans" presStyleCnt="0"/>
      <dgm:spPr/>
    </dgm:pt>
    <dgm:pt modelId="{B47659CE-EC9C-43BD-A6F7-3A66A7BA2F33}" type="pres">
      <dgm:prSet presAssocID="{F49EDE2D-175D-49E1-881F-409358569253}" presName="node" presStyleLbl="node1" presStyleIdx="9" presStyleCnt="14">
        <dgm:presLayoutVars>
          <dgm:bulletEnabled val="1"/>
        </dgm:presLayoutVars>
      </dgm:prSet>
      <dgm:spPr/>
    </dgm:pt>
    <dgm:pt modelId="{7143F6E8-69D8-4CDA-A427-5B06167018AB}" type="pres">
      <dgm:prSet presAssocID="{5EDA9DF7-24C6-4229-8817-61DE376288C7}" presName="sibTrans" presStyleCnt="0"/>
      <dgm:spPr/>
    </dgm:pt>
    <dgm:pt modelId="{C1F474B3-1B97-44C6-9C8C-511F4C159ABF}" type="pres">
      <dgm:prSet presAssocID="{17F40ACC-2F60-463D-9567-EB211F9F506E}" presName="node" presStyleLbl="node1" presStyleIdx="10" presStyleCnt="14">
        <dgm:presLayoutVars>
          <dgm:bulletEnabled val="1"/>
        </dgm:presLayoutVars>
      </dgm:prSet>
      <dgm:spPr/>
    </dgm:pt>
    <dgm:pt modelId="{69C71E0B-3110-4A3D-AB5F-E17696656928}" type="pres">
      <dgm:prSet presAssocID="{090F2F65-73A6-4329-8FA4-AF5F5720D3E2}" presName="sibTrans" presStyleCnt="0"/>
      <dgm:spPr/>
    </dgm:pt>
    <dgm:pt modelId="{126DB249-8DB3-4A32-936C-09060868084C}" type="pres">
      <dgm:prSet presAssocID="{55A2F117-9AD5-46BA-86B9-46C811B595CE}" presName="node" presStyleLbl="node1" presStyleIdx="11" presStyleCnt="14">
        <dgm:presLayoutVars>
          <dgm:bulletEnabled val="1"/>
        </dgm:presLayoutVars>
      </dgm:prSet>
      <dgm:spPr/>
    </dgm:pt>
    <dgm:pt modelId="{2EF36867-3BEE-4700-8FCD-7FDE90F380CA}" type="pres">
      <dgm:prSet presAssocID="{E82F2800-59F0-4360-9BE0-AD8C81BABAB3}" presName="sibTrans" presStyleCnt="0"/>
      <dgm:spPr/>
    </dgm:pt>
    <dgm:pt modelId="{5D288BA6-CAD3-43E4-B3B1-D9D7C3153533}" type="pres">
      <dgm:prSet presAssocID="{DCAF1597-196F-4190-97A7-D4720E0CDE5E}" presName="node" presStyleLbl="node1" presStyleIdx="12" presStyleCnt="14">
        <dgm:presLayoutVars>
          <dgm:bulletEnabled val="1"/>
        </dgm:presLayoutVars>
      </dgm:prSet>
      <dgm:spPr/>
    </dgm:pt>
    <dgm:pt modelId="{4CACD176-D583-47FA-8262-B6E78A549528}" type="pres">
      <dgm:prSet presAssocID="{CF275E0F-989B-46D6-9103-15FD12A4A3EE}" presName="sibTrans" presStyleCnt="0"/>
      <dgm:spPr/>
    </dgm:pt>
    <dgm:pt modelId="{99E10947-DE8D-4F61-8F59-6A412D3CE5F9}" type="pres">
      <dgm:prSet presAssocID="{04A00256-8135-4311-A2C1-11193443A5ED}" presName="node" presStyleLbl="node1" presStyleIdx="13" presStyleCnt="14">
        <dgm:presLayoutVars>
          <dgm:bulletEnabled val="1"/>
        </dgm:presLayoutVars>
      </dgm:prSet>
      <dgm:spPr/>
    </dgm:pt>
  </dgm:ptLst>
  <dgm:cxnLst>
    <dgm:cxn modelId="{D4AF0E03-DA30-4605-8625-121ACF53084C}" type="presOf" srcId="{31D9565A-50D1-40F5-B066-C91D2E547206}" destId="{C90984D0-34FA-46DA-BAEA-0A9950639650}" srcOrd="0" destOrd="0" presId="urn:microsoft.com/office/officeart/2005/8/layout/default"/>
    <dgm:cxn modelId="{94A77F06-CE64-4874-817D-5B54062F3EC8}" type="presOf" srcId="{DCAF1597-196F-4190-97A7-D4720E0CDE5E}" destId="{5D288BA6-CAD3-43E4-B3B1-D9D7C3153533}" srcOrd="0" destOrd="0" presId="urn:microsoft.com/office/officeart/2005/8/layout/default"/>
    <dgm:cxn modelId="{15D6D60E-9EBC-4332-9E7E-57EE50B490B9}" type="presOf" srcId="{403F5328-996B-4D82-8D74-6ED1EF78327F}" destId="{C97EC3F9-783E-4A53-BB48-6B3449237B7B}" srcOrd="0" destOrd="0" presId="urn:microsoft.com/office/officeart/2005/8/layout/default"/>
    <dgm:cxn modelId="{67250B16-19C3-4368-9AF2-380ECC94BDAD}" srcId="{DBE740C7-9DF1-48DC-8143-771D46B700C9}" destId="{6BCD7A3F-EB67-477D-B0B8-82D482913E71}" srcOrd="3" destOrd="0" parTransId="{838F5D31-C8F5-43B6-96EE-A964C6AA5BC7}" sibTransId="{09376AAE-431F-4A2A-8B56-05D563ECF9B5}"/>
    <dgm:cxn modelId="{414E7E27-7049-4879-9465-8FA1F3F8A4E3}" type="presOf" srcId="{6BCD7A3F-EB67-477D-B0B8-82D482913E71}" destId="{B35B1ABB-8EB6-4733-AA2F-CE7E3CB18B26}" srcOrd="0" destOrd="0" presId="urn:microsoft.com/office/officeart/2005/8/layout/default"/>
    <dgm:cxn modelId="{9CEB9128-64CD-4D5F-9355-B04111E85AC3}" srcId="{DBE740C7-9DF1-48DC-8143-771D46B700C9}" destId="{17F40ACC-2F60-463D-9567-EB211F9F506E}" srcOrd="10" destOrd="0" parTransId="{2644D538-1CAC-41C4-A987-A195CB563B98}" sibTransId="{090F2F65-73A6-4329-8FA4-AF5F5720D3E2}"/>
    <dgm:cxn modelId="{345F8C2E-0AEE-43DE-A87F-B485ECA22E86}" srcId="{DBE740C7-9DF1-48DC-8143-771D46B700C9}" destId="{2B8CBD74-2DF1-4203-AB37-F0331A6FF9D9}" srcOrd="6" destOrd="0" parTransId="{53F35093-29A1-42A0-9D7B-16FE07279D2C}" sibTransId="{8A9350E4-3CD0-4526-A266-CA94F396DAE5}"/>
    <dgm:cxn modelId="{070DAD36-D698-4EAF-9C2B-2B461D366A97}" type="presOf" srcId="{D02B40D4-BDE0-40F6-AF82-C38C41FC7A10}" destId="{1FDAD6BD-ABF1-4AAB-A4D5-99E2F8C2127B}" srcOrd="0" destOrd="0" presId="urn:microsoft.com/office/officeart/2005/8/layout/default"/>
    <dgm:cxn modelId="{F94ED148-9018-4F6F-A8CA-450D39E1CE1A}" srcId="{DBE740C7-9DF1-48DC-8143-771D46B700C9}" destId="{55A2F117-9AD5-46BA-86B9-46C811B595CE}" srcOrd="11" destOrd="0" parTransId="{EBE66C02-049B-4B84-95E3-51FCB19FE1CB}" sibTransId="{E82F2800-59F0-4360-9BE0-AD8C81BABAB3}"/>
    <dgm:cxn modelId="{34566E49-B51D-418C-A527-136326D5BE08}" srcId="{DBE740C7-9DF1-48DC-8143-771D46B700C9}" destId="{F49EDE2D-175D-49E1-881F-409358569253}" srcOrd="9" destOrd="0" parTransId="{186D103F-685A-4D1C-9D4F-35C38E484F43}" sibTransId="{5EDA9DF7-24C6-4229-8817-61DE376288C7}"/>
    <dgm:cxn modelId="{18DDAE4E-526A-4A69-9867-4F2B0D5FE5C5}" type="presOf" srcId="{F49EDE2D-175D-49E1-881F-409358569253}" destId="{B47659CE-EC9C-43BD-A6F7-3A66A7BA2F33}" srcOrd="0" destOrd="0" presId="urn:microsoft.com/office/officeart/2005/8/layout/default"/>
    <dgm:cxn modelId="{6CEA0156-82B5-4048-AAD6-0EB92A578FAA}" type="presOf" srcId="{17F40ACC-2F60-463D-9567-EB211F9F506E}" destId="{C1F474B3-1B97-44C6-9C8C-511F4C159ABF}" srcOrd="0" destOrd="0" presId="urn:microsoft.com/office/officeart/2005/8/layout/default"/>
    <dgm:cxn modelId="{10F39559-4F2A-4E70-A46E-BC6BFE6694F9}" type="presOf" srcId="{1E1FCB98-7DB0-4127-A306-15D1DCD431D1}" destId="{9EF8C211-C5E9-459D-B90D-0D7D203E3905}" srcOrd="0" destOrd="0" presId="urn:microsoft.com/office/officeart/2005/8/layout/default"/>
    <dgm:cxn modelId="{8E312583-6733-458D-B751-2DFFF4E69D67}" type="presOf" srcId="{55A2F117-9AD5-46BA-86B9-46C811B595CE}" destId="{126DB249-8DB3-4A32-936C-09060868084C}" srcOrd="0" destOrd="0" presId="urn:microsoft.com/office/officeart/2005/8/layout/default"/>
    <dgm:cxn modelId="{AAC6DA89-D52C-4A0D-BCA5-B0E7126B8615}" type="presOf" srcId="{04A00256-8135-4311-A2C1-11193443A5ED}" destId="{99E10947-DE8D-4F61-8F59-6A412D3CE5F9}" srcOrd="0" destOrd="0" presId="urn:microsoft.com/office/officeart/2005/8/layout/default"/>
    <dgm:cxn modelId="{7AF9368C-3243-4219-87CC-DA66FC107B51}" type="presOf" srcId="{2B8CBD74-2DF1-4203-AB37-F0331A6FF9D9}" destId="{BBCF4A6D-FB35-49A7-B6ED-0E82F8C4B9AE}" srcOrd="0" destOrd="0" presId="urn:microsoft.com/office/officeart/2005/8/layout/default"/>
    <dgm:cxn modelId="{B32A9999-7164-46E4-BA1D-B85DF9D112B1}" srcId="{DBE740C7-9DF1-48DC-8143-771D46B700C9}" destId="{1E1FCB98-7DB0-4127-A306-15D1DCD431D1}" srcOrd="1" destOrd="0" parTransId="{13DEFDC9-61AD-4DCE-A61F-9265CBE01ADF}" sibTransId="{86478A86-F6E2-4FCA-B4D9-BE24DC7F2F11}"/>
    <dgm:cxn modelId="{5485B59F-F7DC-47DE-B168-984A4D11109F}" srcId="{DBE740C7-9DF1-48DC-8143-771D46B700C9}" destId="{2B9D0B39-71C9-4496-9679-211BE5AA70A0}" srcOrd="4" destOrd="0" parTransId="{5914600B-A29C-45D8-9E26-7B162D6EC78C}" sibTransId="{5D1D189D-1D7D-409C-B426-B24E21BCBBB7}"/>
    <dgm:cxn modelId="{9AD327A1-95C8-43DA-9416-65C1AE3C5CB2}" type="presOf" srcId="{610178E5-4C3A-4445-B1B0-FC5FE3D65A6F}" destId="{4F1F2B4C-8F7B-411C-8B72-3A2CE7BB1A65}" srcOrd="0" destOrd="0" presId="urn:microsoft.com/office/officeart/2005/8/layout/default"/>
    <dgm:cxn modelId="{3EFBBFA2-BB62-452F-9077-0B8114E6FCD2}" type="presOf" srcId="{DBE740C7-9DF1-48DC-8143-771D46B700C9}" destId="{F5526EA5-155D-4F2A-B19F-5A9F8BFA0DC7}" srcOrd="0" destOrd="0" presId="urn:microsoft.com/office/officeart/2005/8/layout/default"/>
    <dgm:cxn modelId="{E05261C1-6CA0-43B1-99D9-42B567E093D3}" srcId="{DBE740C7-9DF1-48DC-8143-771D46B700C9}" destId="{DCAF1597-196F-4190-97A7-D4720E0CDE5E}" srcOrd="12" destOrd="0" parTransId="{47B6E34C-C1B2-4D24-8BB0-A412A12DD96C}" sibTransId="{CF275E0F-989B-46D6-9103-15FD12A4A3EE}"/>
    <dgm:cxn modelId="{53C0EBC4-B57D-496B-9DCB-48EF0077D4B5}" srcId="{DBE740C7-9DF1-48DC-8143-771D46B700C9}" destId="{D02B40D4-BDE0-40F6-AF82-C38C41FC7A10}" srcOrd="5" destOrd="0" parTransId="{B2D9D260-57EA-40E5-B191-E621076FACD7}" sibTransId="{B4E68D06-6F22-4279-9CBD-B7AF969B9BDB}"/>
    <dgm:cxn modelId="{526A39D9-8A83-45C8-A049-D548CE0097A5}" srcId="{DBE740C7-9DF1-48DC-8143-771D46B700C9}" destId="{31D9565A-50D1-40F5-B066-C91D2E547206}" srcOrd="0" destOrd="0" parTransId="{7EA9025E-30B1-4E95-A4E6-95B4557C8A32}" sibTransId="{A38EC551-D0CC-4ABA-A420-D4AB867C467A}"/>
    <dgm:cxn modelId="{EFC996DD-2EC5-4ADB-BF9D-6A68EA09D3C0}" type="presOf" srcId="{2B9D0B39-71C9-4496-9679-211BE5AA70A0}" destId="{5BDC26E8-B591-485F-BBDB-DFADFF3CDA0C}" srcOrd="0" destOrd="0" presId="urn:microsoft.com/office/officeart/2005/8/layout/default"/>
    <dgm:cxn modelId="{34AFA6DD-01ED-47D5-BE3A-7BC72CE86557}" srcId="{DBE740C7-9DF1-48DC-8143-771D46B700C9}" destId="{CB892B63-A75C-4D42-B32A-9B036772DB9E}" srcOrd="8" destOrd="0" parTransId="{6EAC8F24-792A-464C-A8E0-E10F0C9FDA9C}" sibTransId="{600A1AFB-0811-4FCD-8304-A3E88E50D0E7}"/>
    <dgm:cxn modelId="{D05B5CEE-C51D-4003-A59C-43066FFEE896}" type="presOf" srcId="{CB892B63-A75C-4D42-B32A-9B036772DB9E}" destId="{739D89BE-AC7A-4C02-A9DC-780AD8FCBB80}" srcOrd="0" destOrd="0" presId="urn:microsoft.com/office/officeart/2005/8/layout/default"/>
    <dgm:cxn modelId="{99C5EBF2-6398-4771-ACC3-53CD686BE0B3}" srcId="{DBE740C7-9DF1-48DC-8143-771D46B700C9}" destId="{04A00256-8135-4311-A2C1-11193443A5ED}" srcOrd="13" destOrd="0" parTransId="{05D1DDAB-B5B2-400F-92D7-B11C74B04997}" sibTransId="{C006B35C-51B9-4A95-8D77-351C6131FB63}"/>
    <dgm:cxn modelId="{E22B1DF8-AA1A-470C-9389-3B70528ED172}" srcId="{DBE740C7-9DF1-48DC-8143-771D46B700C9}" destId="{403F5328-996B-4D82-8D74-6ED1EF78327F}" srcOrd="2" destOrd="0" parTransId="{7B08CBEA-27FD-4754-9049-556FDD643867}" sibTransId="{C03CF209-AC3A-4055-B594-EA3B8629AE1D}"/>
    <dgm:cxn modelId="{4C67E9F9-61DB-47FF-BD8D-2F4E91D5DDDF}" srcId="{DBE740C7-9DF1-48DC-8143-771D46B700C9}" destId="{610178E5-4C3A-4445-B1B0-FC5FE3D65A6F}" srcOrd="7" destOrd="0" parTransId="{ABEDD4BD-1D82-49DD-B57E-52240AAA8FA5}" sibTransId="{678672E0-A3F9-424E-88EE-6F72E787C50E}"/>
    <dgm:cxn modelId="{2AE3924B-C974-42F3-9DE6-715BE8D627EF}" type="presParOf" srcId="{F5526EA5-155D-4F2A-B19F-5A9F8BFA0DC7}" destId="{C90984D0-34FA-46DA-BAEA-0A9950639650}" srcOrd="0" destOrd="0" presId="urn:microsoft.com/office/officeart/2005/8/layout/default"/>
    <dgm:cxn modelId="{E4652439-1419-4126-9279-72DA023A2D19}" type="presParOf" srcId="{F5526EA5-155D-4F2A-B19F-5A9F8BFA0DC7}" destId="{D6A071EA-87B8-4E89-80CB-4297E628E36C}" srcOrd="1" destOrd="0" presId="urn:microsoft.com/office/officeart/2005/8/layout/default"/>
    <dgm:cxn modelId="{4D5F6C3D-D0C7-42A7-89FA-458A6349648D}" type="presParOf" srcId="{F5526EA5-155D-4F2A-B19F-5A9F8BFA0DC7}" destId="{9EF8C211-C5E9-459D-B90D-0D7D203E3905}" srcOrd="2" destOrd="0" presId="urn:microsoft.com/office/officeart/2005/8/layout/default"/>
    <dgm:cxn modelId="{68A6655A-F616-46D0-BCDB-6FDD3084C467}" type="presParOf" srcId="{F5526EA5-155D-4F2A-B19F-5A9F8BFA0DC7}" destId="{9FF3A230-10E7-46AA-BBC9-82D83FB47548}" srcOrd="3" destOrd="0" presId="urn:microsoft.com/office/officeart/2005/8/layout/default"/>
    <dgm:cxn modelId="{F6285AD5-5D58-4F9E-901C-5CE222344C32}" type="presParOf" srcId="{F5526EA5-155D-4F2A-B19F-5A9F8BFA0DC7}" destId="{C97EC3F9-783E-4A53-BB48-6B3449237B7B}" srcOrd="4" destOrd="0" presId="urn:microsoft.com/office/officeart/2005/8/layout/default"/>
    <dgm:cxn modelId="{8BF031E4-012F-4442-99FD-E42E35AA7046}" type="presParOf" srcId="{F5526EA5-155D-4F2A-B19F-5A9F8BFA0DC7}" destId="{8026CB18-15A1-4905-9E5E-9421AA2C5C25}" srcOrd="5" destOrd="0" presId="urn:microsoft.com/office/officeart/2005/8/layout/default"/>
    <dgm:cxn modelId="{059B4CB1-6EE4-4C1D-AF40-A734746E6CC9}" type="presParOf" srcId="{F5526EA5-155D-4F2A-B19F-5A9F8BFA0DC7}" destId="{B35B1ABB-8EB6-4733-AA2F-CE7E3CB18B26}" srcOrd="6" destOrd="0" presId="urn:microsoft.com/office/officeart/2005/8/layout/default"/>
    <dgm:cxn modelId="{E1BCCAE2-3433-46A3-A2A6-C65ECF7C13BD}" type="presParOf" srcId="{F5526EA5-155D-4F2A-B19F-5A9F8BFA0DC7}" destId="{6D3CB214-394E-4AF7-B0F4-22F9D626538B}" srcOrd="7" destOrd="0" presId="urn:microsoft.com/office/officeart/2005/8/layout/default"/>
    <dgm:cxn modelId="{F2D3A069-3788-4D26-BCD9-C85EC51B5EEA}" type="presParOf" srcId="{F5526EA5-155D-4F2A-B19F-5A9F8BFA0DC7}" destId="{5BDC26E8-B591-485F-BBDB-DFADFF3CDA0C}" srcOrd="8" destOrd="0" presId="urn:microsoft.com/office/officeart/2005/8/layout/default"/>
    <dgm:cxn modelId="{CBABD8BB-9D21-43A8-9908-4D46C9216211}" type="presParOf" srcId="{F5526EA5-155D-4F2A-B19F-5A9F8BFA0DC7}" destId="{572259B9-F96D-471F-8376-404846F58850}" srcOrd="9" destOrd="0" presId="urn:microsoft.com/office/officeart/2005/8/layout/default"/>
    <dgm:cxn modelId="{C35E620C-9E0B-4781-A873-E151CB4BA6FE}" type="presParOf" srcId="{F5526EA5-155D-4F2A-B19F-5A9F8BFA0DC7}" destId="{1FDAD6BD-ABF1-4AAB-A4D5-99E2F8C2127B}" srcOrd="10" destOrd="0" presId="urn:microsoft.com/office/officeart/2005/8/layout/default"/>
    <dgm:cxn modelId="{C7B9C5AB-503C-40E9-BAAB-342025D87936}" type="presParOf" srcId="{F5526EA5-155D-4F2A-B19F-5A9F8BFA0DC7}" destId="{D574EBBD-4587-4796-80B4-3A42AFA62B85}" srcOrd="11" destOrd="0" presId="urn:microsoft.com/office/officeart/2005/8/layout/default"/>
    <dgm:cxn modelId="{31BCD609-212D-4414-A1F5-309712E1732F}" type="presParOf" srcId="{F5526EA5-155D-4F2A-B19F-5A9F8BFA0DC7}" destId="{BBCF4A6D-FB35-49A7-B6ED-0E82F8C4B9AE}" srcOrd="12" destOrd="0" presId="urn:microsoft.com/office/officeart/2005/8/layout/default"/>
    <dgm:cxn modelId="{C1FF586C-667E-4628-8AAE-99F04E019AE4}" type="presParOf" srcId="{F5526EA5-155D-4F2A-B19F-5A9F8BFA0DC7}" destId="{31FD32DC-041C-4483-8A61-5ADBCF6008A7}" srcOrd="13" destOrd="0" presId="urn:microsoft.com/office/officeart/2005/8/layout/default"/>
    <dgm:cxn modelId="{42031EA4-8FFF-48B5-98EF-C718C66F443D}" type="presParOf" srcId="{F5526EA5-155D-4F2A-B19F-5A9F8BFA0DC7}" destId="{4F1F2B4C-8F7B-411C-8B72-3A2CE7BB1A65}" srcOrd="14" destOrd="0" presId="urn:microsoft.com/office/officeart/2005/8/layout/default"/>
    <dgm:cxn modelId="{4C69E83B-A02D-42E6-AD67-7329DF26B967}" type="presParOf" srcId="{F5526EA5-155D-4F2A-B19F-5A9F8BFA0DC7}" destId="{EAFD53A2-6B90-4EA7-B808-3B2AA4FA9BB3}" srcOrd="15" destOrd="0" presId="urn:microsoft.com/office/officeart/2005/8/layout/default"/>
    <dgm:cxn modelId="{DE379B37-C261-44AF-B7C7-F689CC9A6F25}" type="presParOf" srcId="{F5526EA5-155D-4F2A-B19F-5A9F8BFA0DC7}" destId="{739D89BE-AC7A-4C02-A9DC-780AD8FCBB80}" srcOrd="16" destOrd="0" presId="urn:microsoft.com/office/officeart/2005/8/layout/default"/>
    <dgm:cxn modelId="{80784A9A-DBB7-4D66-9F81-80881EEBEEA8}" type="presParOf" srcId="{F5526EA5-155D-4F2A-B19F-5A9F8BFA0DC7}" destId="{DDF1CE53-EEF5-4AAC-A749-2E5CB29C708F}" srcOrd="17" destOrd="0" presId="urn:microsoft.com/office/officeart/2005/8/layout/default"/>
    <dgm:cxn modelId="{DCB49EDB-11FC-4C33-B2BE-FE806B94CD7D}" type="presParOf" srcId="{F5526EA5-155D-4F2A-B19F-5A9F8BFA0DC7}" destId="{B47659CE-EC9C-43BD-A6F7-3A66A7BA2F33}" srcOrd="18" destOrd="0" presId="urn:microsoft.com/office/officeart/2005/8/layout/default"/>
    <dgm:cxn modelId="{B7C18B51-B9EA-468E-9A7B-1FC564E46117}" type="presParOf" srcId="{F5526EA5-155D-4F2A-B19F-5A9F8BFA0DC7}" destId="{7143F6E8-69D8-4CDA-A427-5B06167018AB}" srcOrd="19" destOrd="0" presId="urn:microsoft.com/office/officeart/2005/8/layout/default"/>
    <dgm:cxn modelId="{98A69279-61B9-462A-882E-EA2B11FACAE9}" type="presParOf" srcId="{F5526EA5-155D-4F2A-B19F-5A9F8BFA0DC7}" destId="{C1F474B3-1B97-44C6-9C8C-511F4C159ABF}" srcOrd="20" destOrd="0" presId="urn:microsoft.com/office/officeart/2005/8/layout/default"/>
    <dgm:cxn modelId="{55720D00-8DF1-4A85-956D-B7C6AA74B218}" type="presParOf" srcId="{F5526EA5-155D-4F2A-B19F-5A9F8BFA0DC7}" destId="{69C71E0B-3110-4A3D-AB5F-E17696656928}" srcOrd="21" destOrd="0" presId="urn:microsoft.com/office/officeart/2005/8/layout/default"/>
    <dgm:cxn modelId="{1685458B-CFF2-4E58-BDDD-EC57137FE2ED}" type="presParOf" srcId="{F5526EA5-155D-4F2A-B19F-5A9F8BFA0DC7}" destId="{126DB249-8DB3-4A32-936C-09060868084C}" srcOrd="22" destOrd="0" presId="urn:microsoft.com/office/officeart/2005/8/layout/default"/>
    <dgm:cxn modelId="{81A57734-626B-4B5F-803F-7A2471EADF90}" type="presParOf" srcId="{F5526EA5-155D-4F2A-B19F-5A9F8BFA0DC7}" destId="{2EF36867-3BEE-4700-8FCD-7FDE90F380CA}" srcOrd="23" destOrd="0" presId="urn:microsoft.com/office/officeart/2005/8/layout/default"/>
    <dgm:cxn modelId="{1CE2EC19-F4B9-4C7E-A087-C07643A123B0}" type="presParOf" srcId="{F5526EA5-155D-4F2A-B19F-5A9F8BFA0DC7}" destId="{5D288BA6-CAD3-43E4-B3B1-D9D7C3153533}" srcOrd="24" destOrd="0" presId="urn:microsoft.com/office/officeart/2005/8/layout/default"/>
    <dgm:cxn modelId="{DFA630F6-1DF4-4DC9-8D01-5315F2C8A2E6}" type="presParOf" srcId="{F5526EA5-155D-4F2A-B19F-5A9F8BFA0DC7}" destId="{4CACD176-D583-47FA-8262-B6E78A549528}" srcOrd="25" destOrd="0" presId="urn:microsoft.com/office/officeart/2005/8/layout/default"/>
    <dgm:cxn modelId="{5393D3AD-F4D1-4D62-BC15-5285AC1FCDBF}" type="presParOf" srcId="{F5526EA5-155D-4F2A-B19F-5A9F8BFA0DC7}" destId="{99E10947-DE8D-4F61-8F59-6A412D3CE5F9}" srcOrd="2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F12A33-7F65-4018-AC9C-403FB992521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EA33988-9B96-41AD-BEF0-0A538C8DBEC6}">
      <dgm:prSet/>
      <dgm:spPr/>
      <dgm:t>
        <a:bodyPr/>
        <a:lstStyle/>
        <a:p>
          <a:r>
            <a:rPr lang="en-US"/>
            <a:t>Communicate</a:t>
          </a:r>
        </a:p>
      </dgm:t>
    </dgm:pt>
    <dgm:pt modelId="{5C2F1108-F0E9-4ADE-AAF1-FD292CA75375}" type="parTrans" cxnId="{33459E87-D606-4375-A9CA-8C05553E979A}">
      <dgm:prSet/>
      <dgm:spPr/>
      <dgm:t>
        <a:bodyPr/>
        <a:lstStyle/>
        <a:p>
          <a:endParaRPr lang="en-US"/>
        </a:p>
      </dgm:t>
    </dgm:pt>
    <dgm:pt modelId="{0F6FFA4D-92FB-4B29-ABC4-119682EED3DF}" type="sibTrans" cxnId="{33459E87-D606-4375-A9CA-8C05553E979A}">
      <dgm:prSet/>
      <dgm:spPr/>
      <dgm:t>
        <a:bodyPr/>
        <a:lstStyle/>
        <a:p>
          <a:endParaRPr lang="en-US"/>
        </a:p>
      </dgm:t>
    </dgm:pt>
    <dgm:pt modelId="{A566F754-E126-4727-B63C-F7C505F44FC0}">
      <dgm:prSet/>
      <dgm:spPr/>
      <dgm:t>
        <a:bodyPr/>
        <a:lstStyle/>
        <a:p>
          <a:r>
            <a:rPr lang="en-US"/>
            <a:t>- Communicate the User Charter effectively to all employees.</a:t>
          </a:r>
        </a:p>
      </dgm:t>
    </dgm:pt>
    <dgm:pt modelId="{3FB77690-D1D9-4160-A498-A5FF641D9D3F}" type="parTrans" cxnId="{DAB89C96-426C-4CE8-A990-D2C3F3946E20}">
      <dgm:prSet/>
      <dgm:spPr/>
      <dgm:t>
        <a:bodyPr/>
        <a:lstStyle/>
        <a:p>
          <a:endParaRPr lang="en-US"/>
        </a:p>
      </dgm:t>
    </dgm:pt>
    <dgm:pt modelId="{D37B2F7F-797F-42CA-9F4B-E1085B7FB0BD}" type="sibTrans" cxnId="{DAB89C96-426C-4CE8-A990-D2C3F3946E20}">
      <dgm:prSet/>
      <dgm:spPr/>
      <dgm:t>
        <a:bodyPr/>
        <a:lstStyle/>
        <a:p>
          <a:endParaRPr lang="en-US"/>
        </a:p>
      </dgm:t>
    </dgm:pt>
    <dgm:pt modelId="{A972EF91-F7ED-415A-8D32-DCF0AB87C71D}">
      <dgm:prSet/>
      <dgm:spPr/>
      <dgm:t>
        <a:bodyPr/>
        <a:lstStyle/>
        <a:p>
          <a:r>
            <a:rPr lang="en-US"/>
            <a:t>Secure</a:t>
          </a:r>
        </a:p>
      </dgm:t>
    </dgm:pt>
    <dgm:pt modelId="{EC3D6FC5-7D7E-428B-AD65-C8C27963320D}" type="parTrans" cxnId="{A521C3D0-D741-4B11-8508-D0C6E3AD1F4D}">
      <dgm:prSet/>
      <dgm:spPr/>
      <dgm:t>
        <a:bodyPr/>
        <a:lstStyle/>
        <a:p>
          <a:endParaRPr lang="en-US"/>
        </a:p>
      </dgm:t>
    </dgm:pt>
    <dgm:pt modelId="{84B3EDA4-C5D5-47F3-B197-8AAF8E49C61F}" type="sibTrans" cxnId="{A521C3D0-D741-4B11-8508-D0C6E3AD1F4D}">
      <dgm:prSet/>
      <dgm:spPr/>
      <dgm:t>
        <a:bodyPr/>
        <a:lstStyle/>
        <a:p>
          <a:endParaRPr lang="en-US"/>
        </a:p>
      </dgm:t>
    </dgm:pt>
    <dgm:pt modelId="{90E673CC-077F-4F38-8F94-869486EBF21D}">
      <dgm:prSet/>
      <dgm:spPr/>
      <dgm:t>
        <a:bodyPr/>
        <a:lstStyle/>
        <a:p>
          <a:r>
            <a:rPr lang="en-US"/>
            <a:t>- Secure acknowledgment and compliance organization-wide.</a:t>
          </a:r>
        </a:p>
      </dgm:t>
    </dgm:pt>
    <dgm:pt modelId="{C14EBA5B-807F-49D0-9AD4-683FA500A117}" type="parTrans" cxnId="{57DCAD77-101A-47A0-A968-3F6C52251842}">
      <dgm:prSet/>
      <dgm:spPr/>
      <dgm:t>
        <a:bodyPr/>
        <a:lstStyle/>
        <a:p>
          <a:endParaRPr lang="en-US"/>
        </a:p>
      </dgm:t>
    </dgm:pt>
    <dgm:pt modelId="{FD65C36D-0FC7-420B-AD59-06D191E4D8CA}" type="sibTrans" cxnId="{57DCAD77-101A-47A0-A968-3F6C52251842}">
      <dgm:prSet/>
      <dgm:spPr/>
      <dgm:t>
        <a:bodyPr/>
        <a:lstStyle/>
        <a:p>
          <a:endParaRPr lang="en-US"/>
        </a:p>
      </dgm:t>
    </dgm:pt>
    <dgm:pt modelId="{E7E216E3-5E7D-4F56-A2FB-C5D784894358}">
      <dgm:prSet/>
      <dgm:spPr/>
      <dgm:t>
        <a:bodyPr/>
        <a:lstStyle/>
        <a:p>
          <a:r>
            <a:rPr lang="en-US"/>
            <a:t>Promote</a:t>
          </a:r>
        </a:p>
      </dgm:t>
    </dgm:pt>
    <dgm:pt modelId="{B3417CEE-7F42-4D83-9F38-B57676A44B1F}" type="parTrans" cxnId="{0EFAF0D5-3EB4-438A-8D26-918F5D86E488}">
      <dgm:prSet/>
      <dgm:spPr/>
      <dgm:t>
        <a:bodyPr/>
        <a:lstStyle/>
        <a:p>
          <a:endParaRPr lang="en-US"/>
        </a:p>
      </dgm:t>
    </dgm:pt>
    <dgm:pt modelId="{5BC42AA6-D927-466F-9031-E38A66B4C073}" type="sibTrans" cxnId="{0EFAF0D5-3EB4-438A-8D26-918F5D86E488}">
      <dgm:prSet/>
      <dgm:spPr/>
      <dgm:t>
        <a:bodyPr/>
        <a:lstStyle/>
        <a:p>
          <a:endParaRPr lang="en-US"/>
        </a:p>
      </dgm:t>
    </dgm:pt>
    <dgm:pt modelId="{975101C1-AA19-422F-9488-04C9E4B172F7}">
      <dgm:prSet/>
      <dgm:spPr/>
      <dgm:t>
        <a:bodyPr/>
        <a:lstStyle/>
        <a:p>
          <a:r>
            <a:rPr lang="en-US"/>
            <a:t>- Promote a culture of security awareness aligned with company goals.</a:t>
          </a:r>
        </a:p>
      </dgm:t>
    </dgm:pt>
    <dgm:pt modelId="{3B318112-A95C-4A72-AF4C-C977B67B8BCF}" type="parTrans" cxnId="{23379A3C-A48E-4853-AF04-13D028C64A3D}">
      <dgm:prSet/>
      <dgm:spPr/>
      <dgm:t>
        <a:bodyPr/>
        <a:lstStyle/>
        <a:p>
          <a:endParaRPr lang="en-US"/>
        </a:p>
      </dgm:t>
    </dgm:pt>
    <dgm:pt modelId="{2DCF0895-1350-46C0-84FD-C4CED8DCC5BD}" type="sibTrans" cxnId="{23379A3C-A48E-4853-AF04-13D028C64A3D}">
      <dgm:prSet/>
      <dgm:spPr/>
      <dgm:t>
        <a:bodyPr/>
        <a:lstStyle/>
        <a:p>
          <a:endParaRPr lang="en-US"/>
        </a:p>
      </dgm:t>
    </dgm:pt>
    <dgm:pt modelId="{57D0E5A0-4444-408C-B03E-F6DBB7FD224A}" type="pres">
      <dgm:prSet presAssocID="{AEF12A33-7F65-4018-AC9C-403FB992521C}" presName="Name0" presStyleCnt="0">
        <dgm:presLayoutVars>
          <dgm:dir/>
          <dgm:animLvl val="lvl"/>
          <dgm:resizeHandles val="exact"/>
        </dgm:presLayoutVars>
      </dgm:prSet>
      <dgm:spPr/>
    </dgm:pt>
    <dgm:pt modelId="{E756071E-646C-4982-86B4-8359CED01326}" type="pres">
      <dgm:prSet presAssocID="{6EA33988-9B96-41AD-BEF0-0A538C8DBEC6}" presName="linNode" presStyleCnt="0"/>
      <dgm:spPr/>
    </dgm:pt>
    <dgm:pt modelId="{1EE9D1E7-C052-4665-AD48-CD70DFEE8A21}" type="pres">
      <dgm:prSet presAssocID="{6EA33988-9B96-41AD-BEF0-0A538C8DBEC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FB3A5D1-97BE-472A-844C-703DD8EE1B58}" type="pres">
      <dgm:prSet presAssocID="{6EA33988-9B96-41AD-BEF0-0A538C8DBEC6}" presName="descendantText" presStyleLbl="alignAccFollowNode1" presStyleIdx="0" presStyleCnt="3">
        <dgm:presLayoutVars>
          <dgm:bulletEnabled val="1"/>
        </dgm:presLayoutVars>
      </dgm:prSet>
      <dgm:spPr/>
    </dgm:pt>
    <dgm:pt modelId="{4BA7D677-6A22-4723-82F6-1E4B192408D5}" type="pres">
      <dgm:prSet presAssocID="{0F6FFA4D-92FB-4B29-ABC4-119682EED3DF}" presName="sp" presStyleCnt="0"/>
      <dgm:spPr/>
    </dgm:pt>
    <dgm:pt modelId="{D4F3F3BA-F2B4-4A40-BFA7-6CE08F30741C}" type="pres">
      <dgm:prSet presAssocID="{A972EF91-F7ED-415A-8D32-DCF0AB87C71D}" presName="linNode" presStyleCnt="0"/>
      <dgm:spPr/>
    </dgm:pt>
    <dgm:pt modelId="{D2EE3175-944E-406B-8289-F2620C979033}" type="pres">
      <dgm:prSet presAssocID="{A972EF91-F7ED-415A-8D32-DCF0AB87C71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CD0169A-1A21-4A15-A698-C4E77E519B63}" type="pres">
      <dgm:prSet presAssocID="{A972EF91-F7ED-415A-8D32-DCF0AB87C71D}" presName="descendantText" presStyleLbl="alignAccFollowNode1" presStyleIdx="1" presStyleCnt="3">
        <dgm:presLayoutVars>
          <dgm:bulletEnabled val="1"/>
        </dgm:presLayoutVars>
      </dgm:prSet>
      <dgm:spPr/>
    </dgm:pt>
    <dgm:pt modelId="{FC053FC8-1F37-466F-9D00-6079132CA919}" type="pres">
      <dgm:prSet presAssocID="{84B3EDA4-C5D5-47F3-B197-8AAF8E49C61F}" presName="sp" presStyleCnt="0"/>
      <dgm:spPr/>
    </dgm:pt>
    <dgm:pt modelId="{EF6C6467-674E-4CEB-9A46-8C04A57733CB}" type="pres">
      <dgm:prSet presAssocID="{E7E216E3-5E7D-4F56-A2FB-C5D784894358}" presName="linNode" presStyleCnt="0"/>
      <dgm:spPr/>
    </dgm:pt>
    <dgm:pt modelId="{0F499C09-5AD8-4E44-B60C-3D41311607D4}" type="pres">
      <dgm:prSet presAssocID="{E7E216E3-5E7D-4F56-A2FB-C5D784894358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D5E360D8-E8AB-4A39-93AE-9A176BEE1FA0}" type="pres">
      <dgm:prSet presAssocID="{E7E216E3-5E7D-4F56-A2FB-C5D784894358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98A8CB02-CB8C-42B8-9C6A-989BFFA1309B}" type="presOf" srcId="{AEF12A33-7F65-4018-AC9C-403FB992521C}" destId="{57D0E5A0-4444-408C-B03E-F6DBB7FD224A}" srcOrd="0" destOrd="0" presId="urn:microsoft.com/office/officeart/2005/8/layout/vList5"/>
    <dgm:cxn modelId="{3588021C-FED8-44F9-8495-3F6D2E382A3B}" type="presOf" srcId="{975101C1-AA19-422F-9488-04C9E4B172F7}" destId="{D5E360D8-E8AB-4A39-93AE-9A176BEE1FA0}" srcOrd="0" destOrd="0" presId="urn:microsoft.com/office/officeart/2005/8/layout/vList5"/>
    <dgm:cxn modelId="{56B08C2A-AED6-4B48-BD0B-4A09F14AD654}" type="presOf" srcId="{E7E216E3-5E7D-4F56-A2FB-C5D784894358}" destId="{0F499C09-5AD8-4E44-B60C-3D41311607D4}" srcOrd="0" destOrd="0" presId="urn:microsoft.com/office/officeart/2005/8/layout/vList5"/>
    <dgm:cxn modelId="{23379A3C-A48E-4853-AF04-13D028C64A3D}" srcId="{E7E216E3-5E7D-4F56-A2FB-C5D784894358}" destId="{975101C1-AA19-422F-9488-04C9E4B172F7}" srcOrd="0" destOrd="0" parTransId="{3B318112-A95C-4A72-AF4C-C977B67B8BCF}" sibTransId="{2DCF0895-1350-46C0-84FD-C4CED8DCC5BD}"/>
    <dgm:cxn modelId="{57DCAD77-101A-47A0-A968-3F6C52251842}" srcId="{A972EF91-F7ED-415A-8D32-DCF0AB87C71D}" destId="{90E673CC-077F-4F38-8F94-869486EBF21D}" srcOrd="0" destOrd="0" parTransId="{C14EBA5B-807F-49D0-9AD4-683FA500A117}" sibTransId="{FD65C36D-0FC7-420B-AD59-06D191E4D8CA}"/>
    <dgm:cxn modelId="{33459E87-D606-4375-A9CA-8C05553E979A}" srcId="{AEF12A33-7F65-4018-AC9C-403FB992521C}" destId="{6EA33988-9B96-41AD-BEF0-0A538C8DBEC6}" srcOrd="0" destOrd="0" parTransId="{5C2F1108-F0E9-4ADE-AAF1-FD292CA75375}" sibTransId="{0F6FFA4D-92FB-4B29-ABC4-119682EED3DF}"/>
    <dgm:cxn modelId="{A0054093-49E0-4A9C-86DE-1073DEAA6CC7}" type="presOf" srcId="{90E673CC-077F-4F38-8F94-869486EBF21D}" destId="{3CD0169A-1A21-4A15-A698-C4E77E519B63}" srcOrd="0" destOrd="0" presId="urn:microsoft.com/office/officeart/2005/8/layout/vList5"/>
    <dgm:cxn modelId="{DAB89C96-426C-4CE8-A990-D2C3F3946E20}" srcId="{6EA33988-9B96-41AD-BEF0-0A538C8DBEC6}" destId="{A566F754-E126-4727-B63C-F7C505F44FC0}" srcOrd="0" destOrd="0" parTransId="{3FB77690-D1D9-4160-A498-A5FF641D9D3F}" sibTransId="{D37B2F7F-797F-42CA-9F4B-E1085B7FB0BD}"/>
    <dgm:cxn modelId="{70ABE8B7-934D-4C59-967C-01A5AFA1F0F6}" type="presOf" srcId="{6EA33988-9B96-41AD-BEF0-0A538C8DBEC6}" destId="{1EE9D1E7-C052-4665-AD48-CD70DFEE8A21}" srcOrd="0" destOrd="0" presId="urn:microsoft.com/office/officeart/2005/8/layout/vList5"/>
    <dgm:cxn modelId="{A521C3D0-D741-4B11-8508-D0C6E3AD1F4D}" srcId="{AEF12A33-7F65-4018-AC9C-403FB992521C}" destId="{A972EF91-F7ED-415A-8D32-DCF0AB87C71D}" srcOrd="1" destOrd="0" parTransId="{EC3D6FC5-7D7E-428B-AD65-C8C27963320D}" sibTransId="{84B3EDA4-C5D5-47F3-B197-8AAF8E49C61F}"/>
    <dgm:cxn modelId="{0EFAF0D5-3EB4-438A-8D26-918F5D86E488}" srcId="{AEF12A33-7F65-4018-AC9C-403FB992521C}" destId="{E7E216E3-5E7D-4F56-A2FB-C5D784894358}" srcOrd="2" destOrd="0" parTransId="{B3417CEE-7F42-4D83-9F38-B57676A44B1F}" sibTransId="{5BC42AA6-D927-466F-9031-E38A66B4C073}"/>
    <dgm:cxn modelId="{5D1A18EB-D1ED-414F-AC4F-BB6FB4618323}" type="presOf" srcId="{A972EF91-F7ED-415A-8D32-DCF0AB87C71D}" destId="{D2EE3175-944E-406B-8289-F2620C979033}" srcOrd="0" destOrd="0" presId="urn:microsoft.com/office/officeart/2005/8/layout/vList5"/>
    <dgm:cxn modelId="{77E725FC-A859-4603-86CD-60897F27A0DC}" type="presOf" srcId="{A566F754-E126-4727-B63C-F7C505F44FC0}" destId="{FFB3A5D1-97BE-472A-844C-703DD8EE1B58}" srcOrd="0" destOrd="0" presId="urn:microsoft.com/office/officeart/2005/8/layout/vList5"/>
    <dgm:cxn modelId="{BAB337DF-DB06-4629-ADF6-5A91E83838CA}" type="presParOf" srcId="{57D0E5A0-4444-408C-B03E-F6DBB7FD224A}" destId="{E756071E-646C-4982-86B4-8359CED01326}" srcOrd="0" destOrd="0" presId="urn:microsoft.com/office/officeart/2005/8/layout/vList5"/>
    <dgm:cxn modelId="{5BFA0D0F-9ACD-4D83-AA54-7571B32CCA72}" type="presParOf" srcId="{E756071E-646C-4982-86B4-8359CED01326}" destId="{1EE9D1E7-C052-4665-AD48-CD70DFEE8A21}" srcOrd="0" destOrd="0" presId="urn:microsoft.com/office/officeart/2005/8/layout/vList5"/>
    <dgm:cxn modelId="{626EEA06-CB9B-4DBB-A82E-8978EDEEF7A5}" type="presParOf" srcId="{E756071E-646C-4982-86B4-8359CED01326}" destId="{FFB3A5D1-97BE-472A-844C-703DD8EE1B58}" srcOrd="1" destOrd="0" presId="urn:microsoft.com/office/officeart/2005/8/layout/vList5"/>
    <dgm:cxn modelId="{708060A9-FD1D-4945-90F6-ABEF7F72BA7B}" type="presParOf" srcId="{57D0E5A0-4444-408C-B03E-F6DBB7FD224A}" destId="{4BA7D677-6A22-4723-82F6-1E4B192408D5}" srcOrd="1" destOrd="0" presId="urn:microsoft.com/office/officeart/2005/8/layout/vList5"/>
    <dgm:cxn modelId="{CB38E839-0542-4A74-92B6-015780511F50}" type="presParOf" srcId="{57D0E5A0-4444-408C-B03E-F6DBB7FD224A}" destId="{D4F3F3BA-F2B4-4A40-BFA7-6CE08F30741C}" srcOrd="2" destOrd="0" presId="urn:microsoft.com/office/officeart/2005/8/layout/vList5"/>
    <dgm:cxn modelId="{62AA3E0A-59AD-4FB1-8CDD-8EDC21978223}" type="presParOf" srcId="{D4F3F3BA-F2B4-4A40-BFA7-6CE08F30741C}" destId="{D2EE3175-944E-406B-8289-F2620C979033}" srcOrd="0" destOrd="0" presId="urn:microsoft.com/office/officeart/2005/8/layout/vList5"/>
    <dgm:cxn modelId="{500F3A83-9FFD-43B5-9B67-303862289D6C}" type="presParOf" srcId="{D4F3F3BA-F2B4-4A40-BFA7-6CE08F30741C}" destId="{3CD0169A-1A21-4A15-A698-C4E77E519B63}" srcOrd="1" destOrd="0" presId="urn:microsoft.com/office/officeart/2005/8/layout/vList5"/>
    <dgm:cxn modelId="{6D5FBDD8-A1FD-48B3-8FBF-5D190F57BCB8}" type="presParOf" srcId="{57D0E5A0-4444-408C-B03E-F6DBB7FD224A}" destId="{FC053FC8-1F37-466F-9D00-6079132CA919}" srcOrd="3" destOrd="0" presId="urn:microsoft.com/office/officeart/2005/8/layout/vList5"/>
    <dgm:cxn modelId="{0F4E3476-A2FC-44B6-B643-6B2D9863FAE5}" type="presParOf" srcId="{57D0E5A0-4444-408C-B03E-F6DBB7FD224A}" destId="{EF6C6467-674E-4CEB-9A46-8C04A57733CB}" srcOrd="4" destOrd="0" presId="urn:microsoft.com/office/officeart/2005/8/layout/vList5"/>
    <dgm:cxn modelId="{2D73DDFD-BBB9-470A-BEF3-665F79CE69BB}" type="presParOf" srcId="{EF6C6467-674E-4CEB-9A46-8C04A57733CB}" destId="{0F499C09-5AD8-4E44-B60C-3D41311607D4}" srcOrd="0" destOrd="0" presId="urn:microsoft.com/office/officeart/2005/8/layout/vList5"/>
    <dgm:cxn modelId="{28C92EFC-79D9-46CA-B4FE-9406091BBBC9}" type="presParOf" srcId="{EF6C6467-674E-4CEB-9A46-8C04A57733CB}" destId="{D5E360D8-E8AB-4A39-93AE-9A176BEE1FA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A33B89-AE09-4CCD-B660-0D9D117996A2}" type="doc">
      <dgm:prSet loTypeId="urn:microsoft.com/office/officeart/2005/8/layout/hierarchy1" loCatId="hierarchy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3249FE-6229-4A86-8E65-73EDDDE681F2}">
      <dgm:prSet/>
      <dgm:spPr/>
      <dgm:t>
        <a:bodyPr/>
        <a:lstStyle/>
        <a:p>
          <a:r>
            <a:rPr lang="en-US" dirty="0"/>
            <a:t>- Mandatory interactive training sessions.</a:t>
          </a:r>
        </a:p>
      </dgm:t>
    </dgm:pt>
    <dgm:pt modelId="{B907FABD-4DF5-4D69-8203-2BA37CC4504B}" type="parTrans" cxnId="{9107B6BF-4FD5-4F18-B1DA-6CC193F273D4}">
      <dgm:prSet/>
      <dgm:spPr/>
      <dgm:t>
        <a:bodyPr/>
        <a:lstStyle/>
        <a:p>
          <a:endParaRPr lang="en-US"/>
        </a:p>
      </dgm:t>
    </dgm:pt>
    <dgm:pt modelId="{EF839DE1-8C98-4251-A8FE-DE0317E91E01}" type="sibTrans" cxnId="{9107B6BF-4FD5-4F18-B1DA-6CC193F273D4}">
      <dgm:prSet/>
      <dgm:spPr/>
      <dgm:t>
        <a:bodyPr/>
        <a:lstStyle/>
        <a:p>
          <a:endParaRPr lang="en-US"/>
        </a:p>
      </dgm:t>
    </dgm:pt>
    <dgm:pt modelId="{9F49C33C-0F61-4190-89A2-4C84BB58DACD}">
      <dgm:prSet/>
      <dgm:spPr/>
      <dgm:t>
        <a:bodyPr/>
        <a:lstStyle/>
        <a:p>
          <a:r>
            <a:rPr lang="en-US" dirty="0"/>
            <a:t>- Quizzes and scenarios to reinforce key principles.</a:t>
          </a:r>
        </a:p>
      </dgm:t>
    </dgm:pt>
    <dgm:pt modelId="{A4299D84-203A-41FF-A4EF-9288D0549002}" type="parTrans" cxnId="{7C8812F9-2E4F-43B5-B4C3-0F3FBBA9D2FA}">
      <dgm:prSet/>
      <dgm:spPr/>
      <dgm:t>
        <a:bodyPr/>
        <a:lstStyle/>
        <a:p>
          <a:endParaRPr lang="en-US"/>
        </a:p>
      </dgm:t>
    </dgm:pt>
    <dgm:pt modelId="{AE6278DA-C1C9-4FE0-8465-AD6561768321}" type="sibTrans" cxnId="{7C8812F9-2E4F-43B5-B4C3-0F3FBBA9D2FA}">
      <dgm:prSet/>
      <dgm:spPr/>
      <dgm:t>
        <a:bodyPr/>
        <a:lstStyle/>
        <a:p>
          <a:endParaRPr lang="en-US"/>
        </a:p>
      </dgm:t>
    </dgm:pt>
    <dgm:pt modelId="{AC9DD7C5-E778-41B5-AD74-E7E3DE99C0E6}">
      <dgm:prSet/>
      <dgm:spPr/>
      <dgm:t>
        <a:bodyPr/>
        <a:lstStyle/>
        <a:p>
          <a:r>
            <a:rPr lang="en-US"/>
            <a:t>- Open Q&amp;A sessions for clarification and feedback.</a:t>
          </a:r>
        </a:p>
      </dgm:t>
    </dgm:pt>
    <dgm:pt modelId="{48197B73-EE88-4EA2-98CC-D0DBCC1ED1E8}" type="parTrans" cxnId="{8F46D40F-6C3B-4A19-B2FE-160A34FF9AD4}">
      <dgm:prSet/>
      <dgm:spPr/>
      <dgm:t>
        <a:bodyPr/>
        <a:lstStyle/>
        <a:p>
          <a:endParaRPr lang="en-US"/>
        </a:p>
      </dgm:t>
    </dgm:pt>
    <dgm:pt modelId="{E24FFDA3-5A0B-44EF-B532-2BF85D3C259B}" type="sibTrans" cxnId="{8F46D40F-6C3B-4A19-B2FE-160A34FF9AD4}">
      <dgm:prSet/>
      <dgm:spPr/>
      <dgm:t>
        <a:bodyPr/>
        <a:lstStyle/>
        <a:p>
          <a:endParaRPr lang="en-US"/>
        </a:p>
      </dgm:t>
    </dgm:pt>
    <dgm:pt modelId="{B4E5D2F2-614A-45DB-99E7-F3BF533F7DC0}" type="pres">
      <dgm:prSet presAssocID="{EFA33B89-AE09-4CCD-B660-0D9D117996A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F82DE64-C865-4061-AED6-817541F8B534}" type="pres">
      <dgm:prSet presAssocID="{C73249FE-6229-4A86-8E65-73EDDDE681F2}" presName="hierRoot1" presStyleCnt="0"/>
      <dgm:spPr/>
    </dgm:pt>
    <dgm:pt modelId="{F727E949-0155-4E61-92DD-C0A287BF3EA8}" type="pres">
      <dgm:prSet presAssocID="{C73249FE-6229-4A86-8E65-73EDDDE681F2}" presName="composite" presStyleCnt="0"/>
      <dgm:spPr/>
    </dgm:pt>
    <dgm:pt modelId="{6640C4D9-9AEA-42AF-ADD1-8A95ACC5989D}" type="pres">
      <dgm:prSet presAssocID="{C73249FE-6229-4A86-8E65-73EDDDE681F2}" presName="background" presStyleLbl="node0" presStyleIdx="0" presStyleCnt="3"/>
      <dgm:spPr/>
    </dgm:pt>
    <dgm:pt modelId="{D2DEE640-F902-4DC5-A3AF-8819419DD977}" type="pres">
      <dgm:prSet presAssocID="{C73249FE-6229-4A86-8E65-73EDDDE681F2}" presName="text" presStyleLbl="fgAcc0" presStyleIdx="0" presStyleCnt="3">
        <dgm:presLayoutVars>
          <dgm:chPref val="3"/>
        </dgm:presLayoutVars>
      </dgm:prSet>
      <dgm:spPr/>
    </dgm:pt>
    <dgm:pt modelId="{07B7C018-0DC3-4107-B0EA-46A3E019529B}" type="pres">
      <dgm:prSet presAssocID="{C73249FE-6229-4A86-8E65-73EDDDE681F2}" presName="hierChild2" presStyleCnt="0"/>
      <dgm:spPr/>
    </dgm:pt>
    <dgm:pt modelId="{1A124E4E-A8FB-4C5F-831B-773C5C1557E9}" type="pres">
      <dgm:prSet presAssocID="{9F49C33C-0F61-4190-89A2-4C84BB58DACD}" presName="hierRoot1" presStyleCnt="0"/>
      <dgm:spPr/>
    </dgm:pt>
    <dgm:pt modelId="{1B0107BC-9E45-408C-8E7B-BCA6799BBE3C}" type="pres">
      <dgm:prSet presAssocID="{9F49C33C-0F61-4190-89A2-4C84BB58DACD}" presName="composite" presStyleCnt="0"/>
      <dgm:spPr/>
    </dgm:pt>
    <dgm:pt modelId="{DDC4B96A-72AC-4121-B88B-75F54413C8FD}" type="pres">
      <dgm:prSet presAssocID="{9F49C33C-0F61-4190-89A2-4C84BB58DACD}" presName="background" presStyleLbl="node0" presStyleIdx="1" presStyleCnt="3"/>
      <dgm:spPr/>
    </dgm:pt>
    <dgm:pt modelId="{9CA60D22-AA1A-4BC6-876E-CDB21CD362A7}" type="pres">
      <dgm:prSet presAssocID="{9F49C33C-0F61-4190-89A2-4C84BB58DACD}" presName="text" presStyleLbl="fgAcc0" presStyleIdx="1" presStyleCnt="3">
        <dgm:presLayoutVars>
          <dgm:chPref val="3"/>
        </dgm:presLayoutVars>
      </dgm:prSet>
      <dgm:spPr/>
    </dgm:pt>
    <dgm:pt modelId="{FE36419B-FEE0-4E97-8E8A-6423740491F2}" type="pres">
      <dgm:prSet presAssocID="{9F49C33C-0F61-4190-89A2-4C84BB58DACD}" presName="hierChild2" presStyleCnt="0"/>
      <dgm:spPr/>
    </dgm:pt>
    <dgm:pt modelId="{C075F492-338B-41B3-A356-98D24E6F5E90}" type="pres">
      <dgm:prSet presAssocID="{AC9DD7C5-E778-41B5-AD74-E7E3DE99C0E6}" presName="hierRoot1" presStyleCnt="0"/>
      <dgm:spPr/>
    </dgm:pt>
    <dgm:pt modelId="{7C97D274-3E71-4076-8BFB-D1BEBD729F93}" type="pres">
      <dgm:prSet presAssocID="{AC9DD7C5-E778-41B5-AD74-E7E3DE99C0E6}" presName="composite" presStyleCnt="0"/>
      <dgm:spPr/>
    </dgm:pt>
    <dgm:pt modelId="{59B3C182-4AF8-4B66-A14A-535E23EAF8E5}" type="pres">
      <dgm:prSet presAssocID="{AC9DD7C5-E778-41B5-AD74-E7E3DE99C0E6}" presName="background" presStyleLbl="node0" presStyleIdx="2" presStyleCnt="3"/>
      <dgm:spPr/>
    </dgm:pt>
    <dgm:pt modelId="{6E975B2A-A4DE-438A-BE1B-557D225D1C4D}" type="pres">
      <dgm:prSet presAssocID="{AC9DD7C5-E778-41B5-AD74-E7E3DE99C0E6}" presName="text" presStyleLbl="fgAcc0" presStyleIdx="2" presStyleCnt="3">
        <dgm:presLayoutVars>
          <dgm:chPref val="3"/>
        </dgm:presLayoutVars>
      </dgm:prSet>
      <dgm:spPr/>
    </dgm:pt>
    <dgm:pt modelId="{978B68EE-B320-437E-81F6-76BEE12DB6FE}" type="pres">
      <dgm:prSet presAssocID="{AC9DD7C5-E778-41B5-AD74-E7E3DE99C0E6}" presName="hierChild2" presStyleCnt="0"/>
      <dgm:spPr/>
    </dgm:pt>
  </dgm:ptLst>
  <dgm:cxnLst>
    <dgm:cxn modelId="{8F46D40F-6C3B-4A19-B2FE-160A34FF9AD4}" srcId="{EFA33B89-AE09-4CCD-B660-0D9D117996A2}" destId="{AC9DD7C5-E778-41B5-AD74-E7E3DE99C0E6}" srcOrd="2" destOrd="0" parTransId="{48197B73-EE88-4EA2-98CC-D0DBCC1ED1E8}" sibTransId="{E24FFDA3-5A0B-44EF-B532-2BF85D3C259B}"/>
    <dgm:cxn modelId="{E3CF1341-628B-4CA6-A6FA-E11A8C8D3417}" type="presOf" srcId="{C73249FE-6229-4A86-8E65-73EDDDE681F2}" destId="{D2DEE640-F902-4DC5-A3AF-8819419DD977}" srcOrd="0" destOrd="0" presId="urn:microsoft.com/office/officeart/2005/8/layout/hierarchy1"/>
    <dgm:cxn modelId="{AD9A9D72-4491-47FB-9583-AAEC21D97DFD}" type="presOf" srcId="{EFA33B89-AE09-4CCD-B660-0D9D117996A2}" destId="{B4E5D2F2-614A-45DB-99E7-F3BF533F7DC0}" srcOrd="0" destOrd="0" presId="urn:microsoft.com/office/officeart/2005/8/layout/hierarchy1"/>
    <dgm:cxn modelId="{E8708199-30A1-48FB-AC69-55745DA9C6E5}" type="presOf" srcId="{AC9DD7C5-E778-41B5-AD74-E7E3DE99C0E6}" destId="{6E975B2A-A4DE-438A-BE1B-557D225D1C4D}" srcOrd="0" destOrd="0" presId="urn:microsoft.com/office/officeart/2005/8/layout/hierarchy1"/>
    <dgm:cxn modelId="{06259AB1-AB22-4889-B213-F3FDF5EA1BA0}" type="presOf" srcId="{9F49C33C-0F61-4190-89A2-4C84BB58DACD}" destId="{9CA60D22-AA1A-4BC6-876E-CDB21CD362A7}" srcOrd="0" destOrd="0" presId="urn:microsoft.com/office/officeart/2005/8/layout/hierarchy1"/>
    <dgm:cxn modelId="{9107B6BF-4FD5-4F18-B1DA-6CC193F273D4}" srcId="{EFA33B89-AE09-4CCD-B660-0D9D117996A2}" destId="{C73249FE-6229-4A86-8E65-73EDDDE681F2}" srcOrd="0" destOrd="0" parTransId="{B907FABD-4DF5-4D69-8203-2BA37CC4504B}" sibTransId="{EF839DE1-8C98-4251-A8FE-DE0317E91E01}"/>
    <dgm:cxn modelId="{7C8812F9-2E4F-43B5-B4C3-0F3FBBA9D2FA}" srcId="{EFA33B89-AE09-4CCD-B660-0D9D117996A2}" destId="{9F49C33C-0F61-4190-89A2-4C84BB58DACD}" srcOrd="1" destOrd="0" parTransId="{A4299D84-203A-41FF-A4EF-9288D0549002}" sibTransId="{AE6278DA-C1C9-4FE0-8465-AD6561768321}"/>
    <dgm:cxn modelId="{9F4F7887-B6D2-45D4-83DD-52B9D12E990D}" type="presParOf" srcId="{B4E5D2F2-614A-45DB-99E7-F3BF533F7DC0}" destId="{9F82DE64-C865-4061-AED6-817541F8B534}" srcOrd="0" destOrd="0" presId="urn:microsoft.com/office/officeart/2005/8/layout/hierarchy1"/>
    <dgm:cxn modelId="{05963B5D-F9EF-41D4-8794-F4F20359A7A9}" type="presParOf" srcId="{9F82DE64-C865-4061-AED6-817541F8B534}" destId="{F727E949-0155-4E61-92DD-C0A287BF3EA8}" srcOrd="0" destOrd="0" presId="urn:microsoft.com/office/officeart/2005/8/layout/hierarchy1"/>
    <dgm:cxn modelId="{853113E4-98D3-4C38-920D-DF559A0A6776}" type="presParOf" srcId="{F727E949-0155-4E61-92DD-C0A287BF3EA8}" destId="{6640C4D9-9AEA-42AF-ADD1-8A95ACC5989D}" srcOrd="0" destOrd="0" presId="urn:microsoft.com/office/officeart/2005/8/layout/hierarchy1"/>
    <dgm:cxn modelId="{FF57E4DD-85DB-4467-A814-3B7C5D1C8020}" type="presParOf" srcId="{F727E949-0155-4E61-92DD-C0A287BF3EA8}" destId="{D2DEE640-F902-4DC5-A3AF-8819419DD977}" srcOrd="1" destOrd="0" presId="urn:microsoft.com/office/officeart/2005/8/layout/hierarchy1"/>
    <dgm:cxn modelId="{CAD9251D-9894-4FE0-AC1D-E9877C1E7441}" type="presParOf" srcId="{9F82DE64-C865-4061-AED6-817541F8B534}" destId="{07B7C018-0DC3-4107-B0EA-46A3E019529B}" srcOrd="1" destOrd="0" presId="urn:microsoft.com/office/officeart/2005/8/layout/hierarchy1"/>
    <dgm:cxn modelId="{93C8CDD5-A321-4297-8B0F-9D45D798F62E}" type="presParOf" srcId="{B4E5D2F2-614A-45DB-99E7-F3BF533F7DC0}" destId="{1A124E4E-A8FB-4C5F-831B-773C5C1557E9}" srcOrd="1" destOrd="0" presId="urn:microsoft.com/office/officeart/2005/8/layout/hierarchy1"/>
    <dgm:cxn modelId="{84D07902-73B3-4924-9C10-6710B044D647}" type="presParOf" srcId="{1A124E4E-A8FB-4C5F-831B-773C5C1557E9}" destId="{1B0107BC-9E45-408C-8E7B-BCA6799BBE3C}" srcOrd="0" destOrd="0" presId="urn:microsoft.com/office/officeart/2005/8/layout/hierarchy1"/>
    <dgm:cxn modelId="{ECD37B24-BB8A-437A-8482-B79E9B16F4C4}" type="presParOf" srcId="{1B0107BC-9E45-408C-8E7B-BCA6799BBE3C}" destId="{DDC4B96A-72AC-4121-B88B-75F54413C8FD}" srcOrd="0" destOrd="0" presId="urn:microsoft.com/office/officeart/2005/8/layout/hierarchy1"/>
    <dgm:cxn modelId="{A6F05934-F384-45A2-B9D1-7B2BD02E59F4}" type="presParOf" srcId="{1B0107BC-9E45-408C-8E7B-BCA6799BBE3C}" destId="{9CA60D22-AA1A-4BC6-876E-CDB21CD362A7}" srcOrd="1" destOrd="0" presId="urn:microsoft.com/office/officeart/2005/8/layout/hierarchy1"/>
    <dgm:cxn modelId="{9E23A3E0-9974-4E3E-A3C8-4AF4A4D2A566}" type="presParOf" srcId="{1A124E4E-A8FB-4C5F-831B-773C5C1557E9}" destId="{FE36419B-FEE0-4E97-8E8A-6423740491F2}" srcOrd="1" destOrd="0" presId="urn:microsoft.com/office/officeart/2005/8/layout/hierarchy1"/>
    <dgm:cxn modelId="{82A60139-AE08-4D2F-93E5-BE2EE68B0E7C}" type="presParOf" srcId="{B4E5D2F2-614A-45DB-99E7-F3BF533F7DC0}" destId="{C075F492-338B-41B3-A356-98D24E6F5E90}" srcOrd="2" destOrd="0" presId="urn:microsoft.com/office/officeart/2005/8/layout/hierarchy1"/>
    <dgm:cxn modelId="{588854DF-3B2E-42A6-96A5-72039A5A4282}" type="presParOf" srcId="{C075F492-338B-41B3-A356-98D24E6F5E90}" destId="{7C97D274-3E71-4076-8BFB-D1BEBD729F93}" srcOrd="0" destOrd="0" presId="urn:microsoft.com/office/officeart/2005/8/layout/hierarchy1"/>
    <dgm:cxn modelId="{3F14247C-B7C4-43F0-9B3A-2F6A59B5D67D}" type="presParOf" srcId="{7C97D274-3E71-4076-8BFB-D1BEBD729F93}" destId="{59B3C182-4AF8-4B66-A14A-535E23EAF8E5}" srcOrd="0" destOrd="0" presId="urn:microsoft.com/office/officeart/2005/8/layout/hierarchy1"/>
    <dgm:cxn modelId="{6C1B7461-F484-4CC8-8023-9F0418EBDBF6}" type="presParOf" srcId="{7C97D274-3E71-4076-8BFB-D1BEBD729F93}" destId="{6E975B2A-A4DE-438A-BE1B-557D225D1C4D}" srcOrd="1" destOrd="0" presId="urn:microsoft.com/office/officeart/2005/8/layout/hierarchy1"/>
    <dgm:cxn modelId="{87B7ED26-73B2-481A-B0E7-33D97FBECF5D}" type="presParOf" srcId="{C075F492-338B-41B3-A356-98D24E6F5E90}" destId="{978B68EE-B320-437E-81F6-76BEE12DB6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A7F41D-D6F2-4959-8350-97F5FF6B0131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8095598-E568-44CF-AE30-5C03AB3F2E3D}">
      <dgm:prSet custT="1"/>
      <dgm:spPr/>
      <dgm:t>
        <a:bodyPr/>
        <a:lstStyle/>
        <a:p>
          <a:r>
            <a:rPr lang="en-US" sz="2000" b="1" dirty="0"/>
            <a:t>Method:</a:t>
          </a:r>
        </a:p>
      </dgm:t>
    </dgm:pt>
    <dgm:pt modelId="{1E569630-C927-43C7-B65D-FFB88FC898EE}" type="parTrans" cxnId="{D88ADBAB-E8FA-4177-9DE7-D13EE248912D}">
      <dgm:prSet/>
      <dgm:spPr/>
      <dgm:t>
        <a:bodyPr/>
        <a:lstStyle/>
        <a:p>
          <a:endParaRPr lang="en-US"/>
        </a:p>
      </dgm:t>
    </dgm:pt>
    <dgm:pt modelId="{C3C36789-8695-451F-9912-71F3784B028F}" type="sibTrans" cxnId="{D88ADBAB-E8FA-4177-9DE7-D13EE248912D}">
      <dgm:prSet/>
      <dgm:spPr/>
      <dgm:t>
        <a:bodyPr/>
        <a:lstStyle/>
        <a:p>
          <a:endParaRPr lang="en-US"/>
        </a:p>
      </dgm:t>
    </dgm:pt>
    <dgm:pt modelId="{D3ABCFAE-0AFD-4D1E-AF52-12915DE41078}">
      <dgm:prSet/>
      <dgm:spPr/>
      <dgm:t>
        <a:bodyPr/>
        <a:lstStyle/>
        <a:p>
          <a:r>
            <a:rPr lang="en-US" dirty="0"/>
            <a:t>- E-signature tools (DocuSign, Adobe Sign).</a:t>
          </a:r>
        </a:p>
      </dgm:t>
    </dgm:pt>
    <dgm:pt modelId="{81E40024-FF41-4167-9A2C-ABDC98537AC8}" type="parTrans" cxnId="{64ED43C1-5692-4E17-9F75-CE9ED6288967}">
      <dgm:prSet/>
      <dgm:spPr/>
      <dgm:t>
        <a:bodyPr/>
        <a:lstStyle/>
        <a:p>
          <a:endParaRPr lang="en-US"/>
        </a:p>
      </dgm:t>
    </dgm:pt>
    <dgm:pt modelId="{706CEB38-6323-4323-B09E-31B3C5CC19B4}" type="sibTrans" cxnId="{64ED43C1-5692-4E17-9F75-CE9ED6288967}">
      <dgm:prSet/>
      <dgm:spPr/>
      <dgm:t>
        <a:bodyPr/>
        <a:lstStyle/>
        <a:p>
          <a:endParaRPr lang="en-US"/>
        </a:p>
      </dgm:t>
    </dgm:pt>
    <dgm:pt modelId="{E1D70372-A5CD-42A8-8345-11705CABB122}">
      <dgm:prSet/>
      <dgm:spPr/>
      <dgm:t>
        <a:bodyPr/>
        <a:lstStyle/>
        <a:p>
          <a:r>
            <a:rPr lang="en-US" dirty="0"/>
            <a:t>- Integrated HR system workflows.</a:t>
          </a:r>
        </a:p>
      </dgm:t>
    </dgm:pt>
    <dgm:pt modelId="{6CD11B80-130F-406E-9FA1-6CB2851D0FC3}" type="parTrans" cxnId="{1C527D7D-1094-42CC-8AA6-12F4CC8D8368}">
      <dgm:prSet/>
      <dgm:spPr/>
      <dgm:t>
        <a:bodyPr/>
        <a:lstStyle/>
        <a:p>
          <a:endParaRPr lang="en-US"/>
        </a:p>
      </dgm:t>
    </dgm:pt>
    <dgm:pt modelId="{FEB86978-17A4-46E2-9211-2BD6E3ED60B9}" type="sibTrans" cxnId="{1C527D7D-1094-42CC-8AA6-12F4CC8D8368}">
      <dgm:prSet/>
      <dgm:spPr/>
      <dgm:t>
        <a:bodyPr/>
        <a:lstStyle/>
        <a:p>
          <a:endParaRPr lang="en-US"/>
        </a:p>
      </dgm:t>
    </dgm:pt>
    <dgm:pt modelId="{997E4700-0A3F-42BA-BF12-7139CC593571}">
      <dgm:prSet custT="1"/>
      <dgm:spPr/>
      <dgm:t>
        <a:bodyPr/>
        <a:lstStyle/>
        <a:p>
          <a:r>
            <a:rPr lang="en-US" sz="2000" b="1" dirty="0"/>
            <a:t>Storage:</a:t>
          </a:r>
        </a:p>
      </dgm:t>
    </dgm:pt>
    <dgm:pt modelId="{E9789C49-46CB-4C78-AB5B-51CD123B976E}" type="parTrans" cxnId="{75754F53-A7E7-429F-B333-E1080D8A2CC8}">
      <dgm:prSet/>
      <dgm:spPr/>
      <dgm:t>
        <a:bodyPr/>
        <a:lstStyle/>
        <a:p>
          <a:endParaRPr lang="en-US"/>
        </a:p>
      </dgm:t>
    </dgm:pt>
    <dgm:pt modelId="{BF068022-339D-4EC4-B161-5255AEB7A274}" type="sibTrans" cxnId="{75754F53-A7E7-429F-B333-E1080D8A2CC8}">
      <dgm:prSet/>
      <dgm:spPr/>
      <dgm:t>
        <a:bodyPr/>
        <a:lstStyle/>
        <a:p>
          <a:endParaRPr lang="en-US"/>
        </a:p>
      </dgm:t>
    </dgm:pt>
    <dgm:pt modelId="{07F60E6D-FA95-4329-BE6E-3F3E8222B56C}">
      <dgm:prSet/>
      <dgm:spPr/>
      <dgm:t>
        <a:bodyPr/>
        <a:lstStyle/>
        <a:p>
          <a:r>
            <a:rPr lang="en-US" dirty="0"/>
            <a:t>- Secure central repository, HRIS ( Human resource Information system) or SharePoint.</a:t>
          </a:r>
        </a:p>
      </dgm:t>
    </dgm:pt>
    <dgm:pt modelId="{60A693F1-1295-42A7-B0F4-E12337D20692}" type="parTrans" cxnId="{49C9F9CD-09BA-49DB-AA68-06F848553C39}">
      <dgm:prSet/>
      <dgm:spPr/>
      <dgm:t>
        <a:bodyPr/>
        <a:lstStyle/>
        <a:p>
          <a:endParaRPr lang="en-US"/>
        </a:p>
      </dgm:t>
    </dgm:pt>
    <dgm:pt modelId="{CAF09C61-F1C8-4485-94AB-94DA721638CF}" type="sibTrans" cxnId="{49C9F9CD-09BA-49DB-AA68-06F848553C39}">
      <dgm:prSet/>
      <dgm:spPr/>
      <dgm:t>
        <a:bodyPr/>
        <a:lstStyle/>
        <a:p>
          <a:endParaRPr lang="en-US"/>
        </a:p>
      </dgm:t>
    </dgm:pt>
    <dgm:pt modelId="{39D309F8-013E-4448-A36E-26E96B16B758}">
      <dgm:prSet custT="1"/>
      <dgm:spPr/>
      <dgm:t>
        <a:bodyPr/>
        <a:lstStyle/>
        <a:p>
          <a:r>
            <a:rPr lang="en-US" sz="2000" b="1" dirty="0"/>
            <a:t>Dashboard:</a:t>
          </a:r>
        </a:p>
      </dgm:t>
    </dgm:pt>
    <dgm:pt modelId="{2840C93D-8ADC-4FA6-8105-7A136F98D032}" type="parTrans" cxnId="{B408FE41-CEFE-40A1-864D-FEAB81A7FAB6}">
      <dgm:prSet/>
      <dgm:spPr/>
      <dgm:t>
        <a:bodyPr/>
        <a:lstStyle/>
        <a:p>
          <a:endParaRPr lang="en-US"/>
        </a:p>
      </dgm:t>
    </dgm:pt>
    <dgm:pt modelId="{1E0BDFBF-DEE8-458C-BDEB-3F090FA89119}" type="sibTrans" cxnId="{B408FE41-CEFE-40A1-864D-FEAB81A7FAB6}">
      <dgm:prSet/>
      <dgm:spPr/>
      <dgm:t>
        <a:bodyPr/>
        <a:lstStyle/>
        <a:p>
          <a:endParaRPr lang="en-US"/>
        </a:p>
      </dgm:t>
    </dgm:pt>
    <dgm:pt modelId="{E5B0D67C-52B9-41FD-987A-67058F91BD0B}">
      <dgm:prSet/>
      <dgm:spPr/>
      <dgm:t>
        <a:bodyPr/>
        <a:lstStyle/>
        <a:p>
          <a:r>
            <a:rPr lang="en-US" dirty="0"/>
            <a:t>- Monitor acknowledgment rates by department.</a:t>
          </a:r>
        </a:p>
      </dgm:t>
    </dgm:pt>
    <dgm:pt modelId="{3BB67397-4836-4563-83AF-6A9F598AC312}" type="parTrans" cxnId="{D9A25E57-CB75-4B33-ABFD-25DACC0A92D0}">
      <dgm:prSet/>
      <dgm:spPr/>
      <dgm:t>
        <a:bodyPr/>
        <a:lstStyle/>
        <a:p>
          <a:endParaRPr lang="en-US"/>
        </a:p>
      </dgm:t>
    </dgm:pt>
    <dgm:pt modelId="{BE722F55-2E7A-4FDD-980B-9B62F75CCB43}" type="sibTrans" cxnId="{D9A25E57-CB75-4B33-ABFD-25DACC0A92D0}">
      <dgm:prSet/>
      <dgm:spPr/>
      <dgm:t>
        <a:bodyPr/>
        <a:lstStyle/>
        <a:p>
          <a:endParaRPr lang="en-US"/>
        </a:p>
      </dgm:t>
    </dgm:pt>
    <dgm:pt modelId="{E20AD6B7-9F49-4600-A19B-488288DB1C8E}">
      <dgm:prSet custT="1"/>
      <dgm:spPr/>
      <dgm:t>
        <a:bodyPr/>
        <a:lstStyle/>
        <a:p>
          <a:r>
            <a:rPr lang="en-US" sz="2000" b="1" dirty="0"/>
            <a:t>Reporting:</a:t>
          </a:r>
        </a:p>
      </dgm:t>
    </dgm:pt>
    <dgm:pt modelId="{A56331BC-7CD7-4833-B58C-B4FD7DB73218}" type="parTrans" cxnId="{11498266-09F8-47D5-99B7-7D05256AA8E5}">
      <dgm:prSet/>
      <dgm:spPr/>
      <dgm:t>
        <a:bodyPr/>
        <a:lstStyle/>
        <a:p>
          <a:endParaRPr lang="en-US"/>
        </a:p>
      </dgm:t>
    </dgm:pt>
    <dgm:pt modelId="{43776744-4682-44BD-AEE4-A1BC8918D589}" type="sibTrans" cxnId="{11498266-09F8-47D5-99B7-7D05256AA8E5}">
      <dgm:prSet/>
      <dgm:spPr/>
      <dgm:t>
        <a:bodyPr/>
        <a:lstStyle/>
        <a:p>
          <a:endParaRPr lang="en-US"/>
        </a:p>
      </dgm:t>
    </dgm:pt>
    <dgm:pt modelId="{52E7D3FC-7200-4F84-AFA1-963D8F76B53D}">
      <dgm:prSet/>
      <dgm:spPr/>
      <dgm:t>
        <a:bodyPr/>
        <a:lstStyle/>
        <a:p>
          <a:r>
            <a:rPr lang="en-US"/>
            <a:t>- Generate periodic compliance reports.</a:t>
          </a:r>
        </a:p>
      </dgm:t>
    </dgm:pt>
    <dgm:pt modelId="{4297F156-54A2-448C-AAD4-046E2CBB3450}" type="parTrans" cxnId="{4BA0893C-5B94-4FC6-849C-07E691DC1B7B}">
      <dgm:prSet/>
      <dgm:spPr/>
      <dgm:t>
        <a:bodyPr/>
        <a:lstStyle/>
        <a:p>
          <a:endParaRPr lang="en-US"/>
        </a:p>
      </dgm:t>
    </dgm:pt>
    <dgm:pt modelId="{5C7DD53A-4A17-43FA-88D7-AB44936A3462}" type="sibTrans" cxnId="{4BA0893C-5B94-4FC6-849C-07E691DC1B7B}">
      <dgm:prSet/>
      <dgm:spPr/>
      <dgm:t>
        <a:bodyPr/>
        <a:lstStyle/>
        <a:p>
          <a:endParaRPr lang="en-US"/>
        </a:p>
      </dgm:t>
    </dgm:pt>
    <dgm:pt modelId="{1CAD54A8-D470-4B04-A6DF-4B81C7E207FB}">
      <dgm:prSet custT="1"/>
      <dgm:spPr/>
      <dgm:t>
        <a:bodyPr/>
        <a:lstStyle/>
        <a:p>
          <a:r>
            <a:rPr lang="en-US" sz="2000" b="1" dirty="0"/>
            <a:t>Follow-Up:</a:t>
          </a:r>
        </a:p>
      </dgm:t>
    </dgm:pt>
    <dgm:pt modelId="{34F2A9DE-22EA-47D9-B542-F2C08467170C}" type="parTrans" cxnId="{F3C48E71-F461-4ED2-985D-9D5422F4F89F}">
      <dgm:prSet/>
      <dgm:spPr/>
      <dgm:t>
        <a:bodyPr/>
        <a:lstStyle/>
        <a:p>
          <a:endParaRPr lang="en-US"/>
        </a:p>
      </dgm:t>
    </dgm:pt>
    <dgm:pt modelId="{52118E8B-DA0F-43B7-A370-24A60E529F05}" type="sibTrans" cxnId="{F3C48E71-F461-4ED2-985D-9D5422F4F89F}">
      <dgm:prSet/>
      <dgm:spPr/>
      <dgm:t>
        <a:bodyPr/>
        <a:lstStyle/>
        <a:p>
          <a:endParaRPr lang="en-US"/>
        </a:p>
      </dgm:t>
    </dgm:pt>
    <dgm:pt modelId="{8D1EE69A-981C-4F55-94DD-92D5C0B6264C}">
      <dgm:prSet/>
      <dgm:spPr/>
      <dgm:t>
        <a:bodyPr/>
        <a:lstStyle/>
        <a:p>
          <a:r>
            <a:rPr lang="en-US" dirty="0"/>
            <a:t>- Automated reminders and manager escalation for non-compliance.</a:t>
          </a:r>
        </a:p>
      </dgm:t>
    </dgm:pt>
    <dgm:pt modelId="{2C2C2C92-F65F-4072-8145-F2F34690CAA7}" type="parTrans" cxnId="{FA530FAF-1D53-4F9D-8D01-56074F2A305B}">
      <dgm:prSet/>
      <dgm:spPr/>
      <dgm:t>
        <a:bodyPr/>
        <a:lstStyle/>
        <a:p>
          <a:endParaRPr lang="en-US"/>
        </a:p>
      </dgm:t>
    </dgm:pt>
    <dgm:pt modelId="{1383B5E0-E4B6-4644-B9A0-D225E220742B}" type="sibTrans" cxnId="{FA530FAF-1D53-4F9D-8D01-56074F2A305B}">
      <dgm:prSet/>
      <dgm:spPr/>
      <dgm:t>
        <a:bodyPr/>
        <a:lstStyle/>
        <a:p>
          <a:endParaRPr lang="en-US"/>
        </a:p>
      </dgm:t>
    </dgm:pt>
    <dgm:pt modelId="{64CCE599-7270-4884-8AE3-904987581883}" type="pres">
      <dgm:prSet presAssocID="{F7A7F41D-D6F2-4959-8350-97F5FF6B0131}" presName="vert0" presStyleCnt="0">
        <dgm:presLayoutVars>
          <dgm:dir/>
          <dgm:animOne val="branch"/>
          <dgm:animLvl val="lvl"/>
        </dgm:presLayoutVars>
      </dgm:prSet>
      <dgm:spPr/>
    </dgm:pt>
    <dgm:pt modelId="{53622894-62BC-4263-9037-7300C6AB978D}" type="pres">
      <dgm:prSet presAssocID="{48095598-E568-44CF-AE30-5C03AB3F2E3D}" presName="thickLine" presStyleLbl="alignNode1" presStyleIdx="0" presStyleCnt="11"/>
      <dgm:spPr/>
    </dgm:pt>
    <dgm:pt modelId="{A4AB7626-C0FF-446D-90C4-6952B7B34D5C}" type="pres">
      <dgm:prSet presAssocID="{48095598-E568-44CF-AE30-5C03AB3F2E3D}" presName="horz1" presStyleCnt="0"/>
      <dgm:spPr/>
    </dgm:pt>
    <dgm:pt modelId="{937EE843-8C67-4685-A222-3966056CC9CF}" type="pres">
      <dgm:prSet presAssocID="{48095598-E568-44CF-AE30-5C03AB3F2E3D}" presName="tx1" presStyleLbl="revTx" presStyleIdx="0" presStyleCnt="11"/>
      <dgm:spPr/>
    </dgm:pt>
    <dgm:pt modelId="{2E32EA89-56AC-417F-B6AA-0E719BB9B194}" type="pres">
      <dgm:prSet presAssocID="{48095598-E568-44CF-AE30-5C03AB3F2E3D}" presName="vert1" presStyleCnt="0"/>
      <dgm:spPr/>
    </dgm:pt>
    <dgm:pt modelId="{4884D7DE-AC06-4DAB-8D53-124C310DD003}" type="pres">
      <dgm:prSet presAssocID="{D3ABCFAE-0AFD-4D1E-AF52-12915DE41078}" presName="thickLine" presStyleLbl="alignNode1" presStyleIdx="1" presStyleCnt="11"/>
      <dgm:spPr/>
    </dgm:pt>
    <dgm:pt modelId="{0F67F2D1-45F9-4E69-BA5E-4D7C7B98ED36}" type="pres">
      <dgm:prSet presAssocID="{D3ABCFAE-0AFD-4D1E-AF52-12915DE41078}" presName="horz1" presStyleCnt="0"/>
      <dgm:spPr/>
    </dgm:pt>
    <dgm:pt modelId="{89AF3C0D-EDED-4CE2-ADA1-BD26DF8FB535}" type="pres">
      <dgm:prSet presAssocID="{D3ABCFAE-0AFD-4D1E-AF52-12915DE41078}" presName="tx1" presStyleLbl="revTx" presStyleIdx="1" presStyleCnt="11"/>
      <dgm:spPr/>
    </dgm:pt>
    <dgm:pt modelId="{B925447F-C521-4A52-BFE9-C2A3871F4964}" type="pres">
      <dgm:prSet presAssocID="{D3ABCFAE-0AFD-4D1E-AF52-12915DE41078}" presName="vert1" presStyleCnt="0"/>
      <dgm:spPr/>
    </dgm:pt>
    <dgm:pt modelId="{8BDDE424-7C75-4BEF-A125-B59DFED02D93}" type="pres">
      <dgm:prSet presAssocID="{E1D70372-A5CD-42A8-8345-11705CABB122}" presName="thickLine" presStyleLbl="alignNode1" presStyleIdx="2" presStyleCnt="11"/>
      <dgm:spPr/>
    </dgm:pt>
    <dgm:pt modelId="{6C4D148F-F2DE-41C8-BA20-A0CCC57755C6}" type="pres">
      <dgm:prSet presAssocID="{E1D70372-A5CD-42A8-8345-11705CABB122}" presName="horz1" presStyleCnt="0"/>
      <dgm:spPr/>
    </dgm:pt>
    <dgm:pt modelId="{362FEC86-8D96-44F5-9AC0-CB15CD853BCD}" type="pres">
      <dgm:prSet presAssocID="{E1D70372-A5CD-42A8-8345-11705CABB122}" presName="tx1" presStyleLbl="revTx" presStyleIdx="2" presStyleCnt="11"/>
      <dgm:spPr/>
    </dgm:pt>
    <dgm:pt modelId="{BAC97F03-D60B-46B0-A337-AE346BFDBCBB}" type="pres">
      <dgm:prSet presAssocID="{E1D70372-A5CD-42A8-8345-11705CABB122}" presName="vert1" presStyleCnt="0"/>
      <dgm:spPr/>
    </dgm:pt>
    <dgm:pt modelId="{95DA2CB8-7CB0-477F-9BD2-F66934226EFB}" type="pres">
      <dgm:prSet presAssocID="{997E4700-0A3F-42BA-BF12-7139CC593571}" presName="thickLine" presStyleLbl="alignNode1" presStyleIdx="3" presStyleCnt="11"/>
      <dgm:spPr/>
    </dgm:pt>
    <dgm:pt modelId="{071251C0-4A5D-44A3-B03C-863246720168}" type="pres">
      <dgm:prSet presAssocID="{997E4700-0A3F-42BA-BF12-7139CC593571}" presName="horz1" presStyleCnt="0"/>
      <dgm:spPr/>
    </dgm:pt>
    <dgm:pt modelId="{DDCCCCAD-F775-45B9-A2C1-9988E24E0A3D}" type="pres">
      <dgm:prSet presAssocID="{997E4700-0A3F-42BA-BF12-7139CC593571}" presName="tx1" presStyleLbl="revTx" presStyleIdx="3" presStyleCnt="11"/>
      <dgm:spPr/>
    </dgm:pt>
    <dgm:pt modelId="{8B121721-1943-4FFF-9CEE-7EE4A18F6A4E}" type="pres">
      <dgm:prSet presAssocID="{997E4700-0A3F-42BA-BF12-7139CC593571}" presName="vert1" presStyleCnt="0"/>
      <dgm:spPr/>
    </dgm:pt>
    <dgm:pt modelId="{E2799110-6AED-4001-9FA9-D060FB713296}" type="pres">
      <dgm:prSet presAssocID="{07F60E6D-FA95-4329-BE6E-3F3E8222B56C}" presName="thickLine" presStyleLbl="alignNode1" presStyleIdx="4" presStyleCnt="11"/>
      <dgm:spPr/>
    </dgm:pt>
    <dgm:pt modelId="{F741840E-2274-4BCC-899D-DC201540F732}" type="pres">
      <dgm:prSet presAssocID="{07F60E6D-FA95-4329-BE6E-3F3E8222B56C}" presName="horz1" presStyleCnt="0"/>
      <dgm:spPr/>
    </dgm:pt>
    <dgm:pt modelId="{1EFB9CC4-347D-4DF1-A0AA-2CEA393BF855}" type="pres">
      <dgm:prSet presAssocID="{07F60E6D-FA95-4329-BE6E-3F3E8222B56C}" presName="tx1" presStyleLbl="revTx" presStyleIdx="4" presStyleCnt="11"/>
      <dgm:spPr/>
    </dgm:pt>
    <dgm:pt modelId="{E206EA42-40C4-43CA-8FEA-DAC6ECC65938}" type="pres">
      <dgm:prSet presAssocID="{07F60E6D-FA95-4329-BE6E-3F3E8222B56C}" presName="vert1" presStyleCnt="0"/>
      <dgm:spPr/>
    </dgm:pt>
    <dgm:pt modelId="{5994AA9D-18E0-445A-90F3-D9AFBF0F3819}" type="pres">
      <dgm:prSet presAssocID="{39D309F8-013E-4448-A36E-26E96B16B758}" presName="thickLine" presStyleLbl="alignNode1" presStyleIdx="5" presStyleCnt="11"/>
      <dgm:spPr/>
    </dgm:pt>
    <dgm:pt modelId="{ABFB83DB-78F3-4727-8F2F-419A640AB410}" type="pres">
      <dgm:prSet presAssocID="{39D309F8-013E-4448-A36E-26E96B16B758}" presName="horz1" presStyleCnt="0"/>
      <dgm:spPr/>
    </dgm:pt>
    <dgm:pt modelId="{7DB38574-83BA-4674-83B6-06E86A327C60}" type="pres">
      <dgm:prSet presAssocID="{39D309F8-013E-4448-A36E-26E96B16B758}" presName="tx1" presStyleLbl="revTx" presStyleIdx="5" presStyleCnt="11"/>
      <dgm:spPr/>
    </dgm:pt>
    <dgm:pt modelId="{3056C768-1E49-47FF-84F8-28776383338A}" type="pres">
      <dgm:prSet presAssocID="{39D309F8-013E-4448-A36E-26E96B16B758}" presName="vert1" presStyleCnt="0"/>
      <dgm:spPr/>
    </dgm:pt>
    <dgm:pt modelId="{C57B4436-F871-4041-950C-1FC5C7368D8E}" type="pres">
      <dgm:prSet presAssocID="{E5B0D67C-52B9-41FD-987A-67058F91BD0B}" presName="thickLine" presStyleLbl="alignNode1" presStyleIdx="6" presStyleCnt="11"/>
      <dgm:spPr/>
    </dgm:pt>
    <dgm:pt modelId="{24B5B4B3-45F5-4BD3-A74B-FD28B9705F6A}" type="pres">
      <dgm:prSet presAssocID="{E5B0D67C-52B9-41FD-987A-67058F91BD0B}" presName="horz1" presStyleCnt="0"/>
      <dgm:spPr/>
    </dgm:pt>
    <dgm:pt modelId="{E3D23DFB-4A3B-4C67-9EB7-7E3B5663A2E8}" type="pres">
      <dgm:prSet presAssocID="{E5B0D67C-52B9-41FD-987A-67058F91BD0B}" presName="tx1" presStyleLbl="revTx" presStyleIdx="6" presStyleCnt="11"/>
      <dgm:spPr/>
    </dgm:pt>
    <dgm:pt modelId="{48BD4B9A-BB68-40A3-9B55-C41C90905358}" type="pres">
      <dgm:prSet presAssocID="{E5B0D67C-52B9-41FD-987A-67058F91BD0B}" presName="vert1" presStyleCnt="0"/>
      <dgm:spPr/>
    </dgm:pt>
    <dgm:pt modelId="{3166926B-CA4C-478B-B796-C21389163E8A}" type="pres">
      <dgm:prSet presAssocID="{E20AD6B7-9F49-4600-A19B-488288DB1C8E}" presName="thickLine" presStyleLbl="alignNode1" presStyleIdx="7" presStyleCnt="11"/>
      <dgm:spPr/>
    </dgm:pt>
    <dgm:pt modelId="{1C46D19A-7C5D-49EC-9A8F-738E487D9F76}" type="pres">
      <dgm:prSet presAssocID="{E20AD6B7-9F49-4600-A19B-488288DB1C8E}" presName="horz1" presStyleCnt="0"/>
      <dgm:spPr/>
    </dgm:pt>
    <dgm:pt modelId="{C46E6DCD-B728-45AE-9F84-9CED5FE15E10}" type="pres">
      <dgm:prSet presAssocID="{E20AD6B7-9F49-4600-A19B-488288DB1C8E}" presName="tx1" presStyleLbl="revTx" presStyleIdx="7" presStyleCnt="11"/>
      <dgm:spPr/>
    </dgm:pt>
    <dgm:pt modelId="{B8F7E651-65C5-4C97-9ABC-85B4984224C8}" type="pres">
      <dgm:prSet presAssocID="{E20AD6B7-9F49-4600-A19B-488288DB1C8E}" presName="vert1" presStyleCnt="0"/>
      <dgm:spPr/>
    </dgm:pt>
    <dgm:pt modelId="{C98A6933-9C58-4B5B-BB96-44981D1030A0}" type="pres">
      <dgm:prSet presAssocID="{52E7D3FC-7200-4F84-AFA1-963D8F76B53D}" presName="thickLine" presStyleLbl="alignNode1" presStyleIdx="8" presStyleCnt="11"/>
      <dgm:spPr/>
    </dgm:pt>
    <dgm:pt modelId="{4BA37AA0-A160-4C37-921A-E944D15A00B0}" type="pres">
      <dgm:prSet presAssocID="{52E7D3FC-7200-4F84-AFA1-963D8F76B53D}" presName="horz1" presStyleCnt="0"/>
      <dgm:spPr/>
    </dgm:pt>
    <dgm:pt modelId="{5645AF15-C204-4971-AA0F-79D21274EF5B}" type="pres">
      <dgm:prSet presAssocID="{52E7D3FC-7200-4F84-AFA1-963D8F76B53D}" presName="tx1" presStyleLbl="revTx" presStyleIdx="8" presStyleCnt="11"/>
      <dgm:spPr/>
    </dgm:pt>
    <dgm:pt modelId="{9AA82B5D-9EC8-4C78-B1F1-28721C6E117D}" type="pres">
      <dgm:prSet presAssocID="{52E7D3FC-7200-4F84-AFA1-963D8F76B53D}" presName="vert1" presStyleCnt="0"/>
      <dgm:spPr/>
    </dgm:pt>
    <dgm:pt modelId="{875015D4-15F7-4558-9F7E-A36A34A114FB}" type="pres">
      <dgm:prSet presAssocID="{1CAD54A8-D470-4B04-A6DF-4B81C7E207FB}" presName="thickLine" presStyleLbl="alignNode1" presStyleIdx="9" presStyleCnt="11"/>
      <dgm:spPr/>
    </dgm:pt>
    <dgm:pt modelId="{BFF7A5C6-1D3E-4B90-9BD6-00791004F3EB}" type="pres">
      <dgm:prSet presAssocID="{1CAD54A8-D470-4B04-A6DF-4B81C7E207FB}" presName="horz1" presStyleCnt="0"/>
      <dgm:spPr/>
    </dgm:pt>
    <dgm:pt modelId="{804D71C2-D837-4A3B-9445-ADFE684DB980}" type="pres">
      <dgm:prSet presAssocID="{1CAD54A8-D470-4B04-A6DF-4B81C7E207FB}" presName="tx1" presStyleLbl="revTx" presStyleIdx="9" presStyleCnt="11"/>
      <dgm:spPr/>
    </dgm:pt>
    <dgm:pt modelId="{A5965959-D0FC-48B8-BCBE-391A0673BAAB}" type="pres">
      <dgm:prSet presAssocID="{1CAD54A8-D470-4B04-A6DF-4B81C7E207FB}" presName="vert1" presStyleCnt="0"/>
      <dgm:spPr/>
    </dgm:pt>
    <dgm:pt modelId="{D5317F15-7741-4234-BC00-771BE6895A44}" type="pres">
      <dgm:prSet presAssocID="{8D1EE69A-981C-4F55-94DD-92D5C0B6264C}" presName="thickLine" presStyleLbl="alignNode1" presStyleIdx="10" presStyleCnt="11"/>
      <dgm:spPr/>
    </dgm:pt>
    <dgm:pt modelId="{E538D73A-C61F-4151-99C6-0E5BA2C67CA6}" type="pres">
      <dgm:prSet presAssocID="{8D1EE69A-981C-4F55-94DD-92D5C0B6264C}" presName="horz1" presStyleCnt="0"/>
      <dgm:spPr/>
    </dgm:pt>
    <dgm:pt modelId="{606E2BE5-5210-4B6C-8939-E8586F88A64E}" type="pres">
      <dgm:prSet presAssocID="{8D1EE69A-981C-4F55-94DD-92D5C0B6264C}" presName="tx1" presStyleLbl="revTx" presStyleIdx="10" presStyleCnt="11"/>
      <dgm:spPr/>
    </dgm:pt>
    <dgm:pt modelId="{1302E89F-ABD8-47C6-A161-538AF3EB77FF}" type="pres">
      <dgm:prSet presAssocID="{8D1EE69A-981C-4F55-94DD-92D5C0B6264C}" presName="vert1" presStyleCnt="0"/>
      <dgm:spPr/>
    </dgm:pt>
  </dgm:ptLst>
  <dgm:cxnLst>
    <dgm:cxn modelId="{FC8B1F05-1CB1-4E88-9A81-028AC1FEE07C}" type="presOf" srcId="{E20AD6B7-9F49-4600-A19B-488288DB1C8E}" destId="{C46E6DCD-B728-45AE-9F84-9CED5FE15E10}" srcOrd="0" destOrd="0" presId="urn:microsoft.com/office/officeart/2008/layout/LinedList"/>
    <dgm:cxn modelId="{CB2A6F08-4293-4B48-B700-DB1223E69BE3}" type="presOf" srcId="{39D309F8-013E-4448-A36E-26E96B16B758}" destId="{7DB38574-83BA-4674-83B6-06E86A327C60}" srcOrd="0" destOrd="0" presId="urn:microsoft.com/office/officeart/2008/layout/LinedList"/>
    <dgm:cxn modelId="{3D4B2216-5016-41A1-90E4-3A98448D9255}" type="presOf" srcId="{997E4700-0A3F-42BA-BF12-7139CC593571}" destId="{DDCCCCAD-F775-45B9-A2C1-9988E24E0A3D}" srcOrd="0" destOrd="0" presId="urn:microsoft.com/office/officeart/2008/layout/LinedList"/>
    <dgm:cxn modelId="{4BA0893C-5B94-4FC6-849C-07E691DC1B7B}" srcId="{F7A7F41D-D6F2-4959-8350-97F5FF6B0131}" destId="{52E7D3FC-7200-4F84-AFA1-963D8F76B53D}" srcOrd="8" destOrd="0" parTransId="{4297F156-54A2-448C-AAD4-046E2CBB3450}" sibTransId="{5C7DD53A-4A17-43FA-88D7-AB44936A3462}"/>
    <dgm:cxn modelId="{31163A5D-3F74-491A-A271-DDC5F5E46BCA}" type="presOf" srcId="{D3ABCFAE-0AFD-4D1E-AF52-12915DE41078}" destId="{89AF3C0D-EDED-4CE2-ADA1-BD26DF8FB535}" srcOrd="0" destOrd="0" presId="urn:microsoft.com/office/officeart/2008/layout/LinedList"/>
    <dgm:cxn modelId="{B408FE41-CEFE-40A1-864D-FEAB81A7FAB6}" srcId="{F7A7F41D-D6F2-4959-8350-97F5FF6B0131}" destId="{39D309F8-013E-4448-A36E-26E96B16B758}" srcOrd="5" destOrd="0" parTransId="{2840C93D-8ADC-4FA6-8105-7A136F98D032}" sibTransId="{1E0BDFBF-DEE8-458C-BDEB-3F090FA89119}"/>
    <dgm:cxn modelId="{11498266-09F8-47D5-99B7-7D05256AA8E5}" srcId="{F7A7F41D-D6F2-4959-8350-97F5FF6B0131}" destId="{E20AD6B7-9F49-4600-A19B-488288DB1C8E}" srcOrd="7" destOrd="0" parTransId="{A56331BC-7CD7-4833-B58C-B4FD7DB73218}" sibTransId="{43776744-4682-44BD-AEE4-A1BC8918D589}"/>
    <dgm:cxn modelId="{EA09554B-1A16-4F7B-AEED-C81782D1F8EF}" type="presOf" srcId="{E1D70372-A5CD-42A8-8345-11705CABB122}" destId="{362FEC86-8D96-44F5-9AC0-CB15CD853BCD}" srcOrd="0" destOrd="0" presId="urn:microsoft.com/office/officeart/2008/layout/LinedList"/>
    <dgm:cxn modelId="{4DBF5D4C-C119-45ED-91EB-FF8765FC0D8C}" type="presOf" srcId="{07F60E6D-FA95-4329-BE6E-3F3E8222B56C}" destId="{1EFB9CC4-347D-4DF1-A0AA-2CEA393BF855}" srcOrd="0" destOrd="0" presId="urn:microsoft.com/office/officeart/2008/layout/LinedList"/>
    <dgm:cxn modelId="{F3C48E71-F461-4ED2-985D-9D5422F4F89F}" srcId="{F7A7F41D-D6F2-4959-8350-97F5FF6B0131}" destId="{1CAD54A8-D470-4B04-A6DF-4B81C7E207FB}" srcOrd="9" destOrd="0" parTransId="{34F2A9DE-22EA-47D9-B542-F2C08467170C}" sibTransId="{52118E8B-DA0F-43B7-A370-24A60E529F05}"/>
    <dgm:cxn modelId="{75754F53-A7E7-429F-B333-E1080D8A2CC8}" srcId="{F7A7F41D-D6F2-4959-8350-97F5FF6B0131}" destId="{997E4700-0A3F-42BA-BF12-7139CC593571}" srcOrd="3" destOrd="0" parTransId="{E9789C49-46CB-4C78-AB5B-51CD123B976E}" sibTransId="{BF068022-339D-4EC4-B161-5255AEB7A274}"/>
    <dgm:cxn modelId="{D9A25E57-CB75-4B33-ABFD-25DACC0A92D0}" srcId="{F7A7F41D-D6F2-4959-8350-97F5FF6B0131}" destId="{E5B0D67C-52B9-41FD-987A-67058F91BD0B}" srcOrd="6" destOrd="0" parTransId="{3BB67397-4836-4563-83AF-6A9F598AC312}" sibTransId="{BE722F55-2E7A-4FDD-980B-9B62F75CCB43}"/>
    <dgm:cxn modelId="{1C527D7D-1094-42CC-8AA6-12F4CC8D8368}" srcId="{F7A7F41D-D6F2-4959-8350-97F5FF6B0131}" destId="{E1D70372-A5CD-42A8-8345-11705CABB122}" srcOrd="2" destOrd="0" parTransId="{6CD11B80-130F-406E-9FA1-6CB2851D0FC3}" sibTransId="{FEB86978-17A4-46E2-9211-2BD6E3ED60B9}"/>
    <dgm:cxn modelId="{8C5D3799-EA3E-4E89-94FE-9D236DD46909}" type="presOf" srcId="{F7A7F41D-D6F2-4959-8350-97F5FF6B0131}" destId="{64CCE599-7270-4884-8AE3-904987581883}" srcOrd="0" destOrd="0" presId="urn:microsoft.com/office/officeart/2008/layout/LinedList"/>
    <dgm:cxn modelId="{D88ADBAB-E8FA-4177-9DE7-D13EE248912D}" srcId="{F7A7F41D-D6F2-4959-8350-97F5FF6B0131}" destId="{48095598-E568-44CF-AE30-5C03AB3F2E3D}" srcOrd="0" destOrd="0" parTransId="{1E569630-C927-43C7-B65D-FFB88FC898EE}" sibTransId="{C3C36789-8695-451F-9912-71F3784B028F}"/>
    <dgm:cxn modelId="{FA530FAF-1D53-4F9D-8D01-56074F2A305B}" srcId="{F7A7F41D-D6F2-4959-8350-97F5FF6B0131}" destId="{8D1EE69A-981C-4F55-94DD-92D5C0B6264C}" srcOrd="10" destOrd="0" parTransId="{2C2C2C92-F65F-4072-8145-F2F34690CAA7}" sibTransId="{1383B5E0-E4B6-4644-B9A0-D225E220742B}"/>
    <dgm:cxn modelId="{5F17BAB6-0DCF-401C-8B79-E5889449F813}" type="presOf" srcId="{52E7D3FC-7200-4F84-AFA1-963D8F76B53D}" destId="{5645AF15-C204-4971-AA0F-79D21274EF5B}" srcOrd="0" destOrd="0" presId="urn:microsoft.com/office/officeart/2008/layout/LinedList"/>
    <dgm:cxn modelId="{1D6DC1BA-B011-4E99-87FB-6B468EC15895}" type="presOf" srcId="{48095598-E568-44CF-AE30-5C03AB3F2E3D}" destId="{937EE843-8C67-4685-A222-3966056CC9CF}" srcOrd="0" destOrd="0" presId="urn:microsoft.com/office/officeart/2008/layout/LinedList"/>
    <dgm:cxn modelId="{64ED43C1-5692-4E17-9F75-CE9ED6288967}" srcId="{F7A7F41D-D6F2-4959-8350-97F5FF6B0131}" destId="{D3ABCFAE-0AFD-4D1E-AF52-12915DE41078}" srcOrd="1" destOrd="0" parTransId="{81E40024-FF41-4167-9A2C-ABDC98537AC8}" sibTransId="{706CEB38-6323-4323-B09E-31B3C5CC19B4}"/>
    <dgm:cxn modelId="{E9E65CCA-F2A5-4A55-BF55-FEB845532E34}" type="presOf" srcId="{1CAD54A8-D470-4B04-A6DF-4B81C7E207FB}" destId="{804D71C2-D837-4A3B-9445-ADFE684DB980}" srcOrd="0" destOrd="0" presId="urn:microsoft.com/office/officeart/2008/layout/LinedList"/>
    <dgm:cxn modelId="{650C53CA-F4A7-476C-900E-0B94A15548F2}" type="presOf" srcId="{8D1EE69A-981C-4F55-94DD-92D5C0B6264C}" destId="{606E2BE5-5210-4B6C-8939-E8586F88A64E}" srcOrd="0" destOrd="0" presId="urn:microsoft.com/office/officeart/2008/layout/LinedList"/>
    <dgm:cxn modelId="{49C9F9CD-09BA-49DB-AA68-06F848553C39}" srcId="{F7A7F41D-D6F2-4959-8350-97F5FF6B0131}" destId="{07F60E6D-FA95-4329-BE6E-3F3E8222B56C}" srcOrd="4" destOrd="0" parTransId="{60A693F1-1295-42A7-B0F4-E12337D20692}" sibTransId="{CAF09C61-F1C8-4485-94AB-94DA721638CF}"/>
    <dgm:cxn modelId="{B6C0B3D9-A23F-40E1-882E-6D3928748690}" type="presOf" srcId="{E5B0D67C-52B9-41FD-987A-67058F91BD0B}" destId="{E3D23DFB-4A3B-4C67-9EB7-7E3B5663A2E8}" srcOrd="0" destOrd="0" presId="urn:microsoft.com/office/officeart/2008/layout/LinedList"/>
    <dgm:cxn modelId="{EEC9C90B-42E2-4241-B309-D6EBBB401F03}" type="presParOf" srcId="{64CCE599-7270-4884-8AE3-904987581883}" destId="{53622894-62BC-4263-9037-7300C6AB978D}" srcOrd="0" destOrd="0" presId="urn:microsoft.com/office/officeart/2008/layout/LinedList"/>
    <dgm:cxn modelId="{9C5E3C04-CD10-4422-AB22-CC1311A8A213}" type="presParOf" srcId="{64CCE599-7270-4884-8AE3-904987581883}" destId="{A4AB7626-C0FF-446D-90C4-6952B7B34D5C}" srcOrd="1" destOrd="0" presId="urn:microsoft.com/office/officeart/2008/layout/LinedList"/>
    <dgm:cxn modelId="{8C4338A4-6C52-4FA3-9481-3DD6F357F287}" type="presParOf" srcId="{A4AB7626-C0FF-446D-90C4-6952B7B34D5C}" destId="{937EE843-8C67-4685-A222-3966056CC9CF}" srcOrd="0" destOrd="0" presId="urn:microsoft.com/office/officeart/2008/layout/LinedList"/>
    <dgm:cxn modelId="{223A83BD-D264-414E-A401-48EA84F8B817}" type="presParOf" srcId="{A4AB7626-C0FF-446D-90C4-6952B7B34D5C}" destId="{2E32EA89-56AC-417F-B6AA-0E719BB9B194}" srcOrd="1" destOrd="0" presId="urn:microsoft.com/office/officeart/2008/layout/LinedList"/>
    <dgm:cxn modelId="{6E57E8DC-11D6-4FD2-93F8-9B04BE95323A}" type="presParOf" srcId="{64CCE599-7270-4884-8AE3-904987581883}" destId="{4884D7DE-AC06-4DAB-8D53-124C310DD003}" srcOrd="2" destOrd="0" presId="urn:microsoft.com/office/officeart/2008/layout/LinedList"/>
    <dgm:cxn modelId="{06DB36F3-CAC5-4C20-844B-D059DA3008FD}" type="presParOf" srcId="{64CCE599-7270-4884-8AE3-904987581883}" destId="{0F67F2D1-45F9-4E69-BA5E-4D7C7B98ED36}" srcOrd="3" destOrd="0" presId="urn:microsoft.com/office/officeart/2008/layout/LinedList"/>
    <dgm:cxn modelId="{9998AF13-F723-47F8-A945-B0AF4E1D901D}" type="presParOf" srcId="{0F67F2D1-45F9-4E69-BA5E-4D7C7B98ED36}" destId="{89AF3C0D-EDED-4CE2-ADA1-BD26DF8FB535}" srcOrd="0" destOrd="0" presId="urn:microsoft.com/office/officeart/2008/layout/LinedList"/>
    <dgm:cxn modelId="{6AA2FBE3-560A-4C50-806D-3FDC8CB19A3E}" type="presParOf" srcId="{0F67F2D1-45F9-4E69-BA5E-4D7C7B98ED36}" destId="{B925447F-C521-4A52-BFE9-C2A3871F4964}" srcOrd="1" destOrd="0" presId="urn:microsoft.com/office/officeart/2008/layout/LinedList"/>
    <dgm:cxn modelId="{84EDFCDE-C685-4681-BBCF-05B4CFE6E482}" type="presParOf" srcId="{64CCE599-7270-4884-8AE3-904987581883}" destId="{8BDDE424-7C75-4BEF-A125-B59DFED02D93}" srcOrd="4" destOrd="0" presId="urn:microsoft.com/office/officeart/2008/layout/LinedList"/>
    <dgm:cxn modelId="{D909A738-CFC2-4216-8907-846F22AC6CCE}" type="presParOf" srcId="{64CCE599-7270-4884-8AE3-904987581883}" destId="{6C4D148F-F2DE-41C8-BA20-A0CCC57755C6}" srcOrd="5" destOrd="0" presId="urn:microsoft.com/office/officeart/2008/layout/LinedList"/>
    <dgm:cxn modelId="{02BE1E59-1428-4B50-AFC4-CC6FF7E6FD8A}" type="presParOf" srcId="{6C4D148F-F2DE-41C8-BA20-A0CCC57755C6}" destId="{362FEC86-8D96-44F5-9AC0-CB15CD853BCD}" srcOrd="0" destOrd="0" presId="urn:microsoft.com/office/officeart/2008/layout/LinedList"/>
    <dgm:cxn modelId="{ED4582F9-218D-4454-9F2D-A01C9B392223}" type="presParOf" srcId="{6C4D148F-F2DE-41C8-BA20-A0CCC57755C6}" destId="{BAC97F03-D60B-46B0-A337-AE346BFDBCBB}" srcOrd="1" destOrd="0" presId="urn:microsoft.com/office/officeart/2008/layout/LinedList"/>
    <dgm:cxn modelId="{66EA1A6E-68C2-40E9-A71F-9BA402FAA523}" type="presParOf" srcId="{64CCE599-7270-4884-8AE3-904987581883}" destId="{95DA2CB8-7CB0-477F-9BD2-F66934226EFB}" srcOrd="6" destOrd="0" presId="urn:microsoft.com/office/officeart/2008/layout/LinedList"/>
    <dgm:cxn modelId="{D5C646B2-1898-49DD-AD89-3C13010BD11B}" type="presParOf" srcId="{64CCE599-7270-4884-8AE3-904987581883}" destId="{071251C0-4A5D-44A3-B03C-863246720168}" srcOrd="7" destOrd="0" presId="urn:microsoft.com/office/officeart/2008/layout/LinedList"/>
    <dgm:cxn modelId="{33754716-1DE4-4FE6-8FA0-3CA74D624491}" type="presParOf" srcId="{071251C0-4A5D-44A3-B03C-863246720168}" destId="{DDCCCCAD-F775-45B9-A2C1-9988E24E0A3D}" srcOrd="0" destOrd="0" presId="urn:microsoft.com/office/officeart/2008/layout/LinedList"/>
    <dgm:cxn modelId="{19533A13-91B6-4E4C-8CA5-77BADB89EAE4}" type="presParOf" srcId="{071251C0-4A5D-44A3-B03C-863246720168}" destId="{8B121721-1943-4FFF-9CEE-7EE4A18F6A4E}" srcOrd="1" destOrd="0" presId="urn:microsoft.com/office/officeart/2008/layout/LinedList"/>
    <dgm:cxn modelId="{02267E76-28D9-4976-AA08-3980301519DA}" type="presParOf" srcId="{64CCE599-7270-4884-8AE3-904987581883}" destId="{E2799110-6AED-4001-9FA9-D060FB713296}" srcOrd="8" destOrd="0" presId="urn:microsoft.com/office/officeart/2008/layout/LinedList"/>
    <dgm:cxn modelId="{22BCB4EF-9B13-473A-AEA6-4E4EDCD36047}" type="presParOf" srcId="{64CCE599-7270-4884-8AE3-904987581883}" destId="{F741840E-2274-4BCC-899D-DC201540F732}" srcOrd="9" destOrd="0" presId="urn:microsoft.com/office/officeart/2008/layout/LinedList"/>
    <dgm:cxn modelId="{CCF7B72D-65F3-47B6-A790-B82200DDD838}" type="presParOf" srcId="{F741840E-2274-4BCC-899D-DC201540F732}" destId="{1EFB9CC4-347D-4DF1-A0AA-2CEA393BF855}" srcOrd="0" destOrd="0" presId="urn:microsoft.com/office/officeart/2008/layout/LinedList"/>
    <dgm:cxn modelId="{6763E1CF-D87E-4B52-99EB-7529946FD022}" type="presParOf" srcId="{F741840E-2274-4BCC-899D-DC201540F732}" destId="{E206EA42-40C4-43CA-8FEA-DAC6ECC65938}" srcOrd="1" destOrd="0" presId="urn:microsoft.com/office/officeart/2008/layout/LinedList"/>
    <dgm:cxn modelId="{04142F9A-5909-4340-AC27-440C775FE14B}" type="presParOf" srcId="{64CCE599-7270-4884-8AE3-904987581883}" destId="{5994AA9D-18E0-445A-90F3-D9AFBF0F3819}" srcOrd="10" destOrd="0" presId="urn:microsoft.com/office/officeart/2008/layout/LinedList"/>
    <dgm:cxn modelId="{D3BAE166-B497-4BAE-B840-1FDB292F4D7A}" type="presParOf" srcId="{64CCE599-7270-4884-8AE3-904987581883}" destId="{ABFB83DB-78F3-4727-8F2F-419A640AB410}" srcOrd="11" destOrd="0" presId="urn:microsoft.com/office/officeart/2008/layout/LinedList"/>
    <dgm:cxn modelId="{355B8987-0D3F-496C-941F-32D8BC6730B6}" type="presParOf" srcId="{ABFB83DB-78F3-4727-8F2F-419A640AB410}" destId="{7DB38574-83BA-4674-83B6-06E86A327C60}" srcOrd="0" destOrd="0" presId="urn:microsoft.com/office/officeart/2008/layout/LinedList"/>
    <dgm:cxn modelId="{6D7EC528-8ADB-4016-A5E1-3565A53392D2}" type="presParOf" srcId="{ABFB83DB-78F3-4727-8F2F-419A640AB410}" destId="{3056C768-1E49-47FF-84F8-28776383338A}" srcOrd="1" destOrd="0" presId="urn:microsoft.com/office/officeart/2008/layout/LinedList"/>
    <dgm:cxn modelId="{BD83370F-5BE1-42BC-B87B-11DBB2AE56D8}" type="presParOf" srcId="{64CCE599-7270-4884-8AE3-904987581883}" destId="{C57B4436-F871-4041-950C-1FC5C7368D8E}" srcOrd="12" destOrd="0" presId="urn:microsoft.com/office/officeart/2008/layout/LinedList"/>
    <dgm:cxn modelId="{FDA30430-4830-47DB-B025-3106F5E2C924}" type="presParOf" srcId="{64CCE599-7270-4884-8AE3-904987581883}" destId="{24B5B4B3-45F5-4BD3-A74B-FD28B9705F6A}" srcOrd="13" destOrd="0" presId="urn:microsoft.com/office/officeart/2008/layout/LinedList"/>
    <dgm:cxn modelId="{CEDC7E4A-B09D-4A7F-AFD5-600AACF58C5D}" type="presParOf" srcId="{24B5B4B3-45F5-4BD3-A74B-FD28B9705F6A}" destId="{E3D23DFB-4A3B-4C67-9EB7-7E3B5663A2E8}" srcOrd="0" destOrd="0" presId="urn:microsoft.com/office/officeart/2008/layout/LinedList"/>
    <dgm:cxn modelId="{996D175F-D8CE-43E9-96E1-16456D3AA475}" type="presParOf" srcId="{24B5B4B3-45F5-4BD3-A74B-FD28B9705F6A}" destId="{48BD4B9A-BB68-40A3-9B55-C41C90905358}" srcOrd="1" destOrd="0" presId="urn:microsoft.com/office/officeart/2008/layout/LinedList"/>
    <dgm:cxn modelId="{2CB7C53F-246B-42AF-B81E-1A3744EB7977}" type="presParOf" srcId="{64CCE599-7270-4884-8AE3-904987581883}" destId="{3166926B-CA4C-478B-B796-C21389163E8A}" srcOrd="14" destOrd="0" presId="urn:microsoft.com/office/officeart/2008/layout/LinedList"/>
    <dgm:cxn modelId="{A5DEACF2-6A86-454B-B4FA-7F8B97B96A99}" type="presParOf" srcId="{64CCE599-7270-4884-8AE3-904987581883}" destId="{1C46D19A-7C5D-49EC-9A8F-738E487D9F76}" srcOrd="15" destOrd="0" presId="urn:microsoft.com/office/officeart/2008/layout/LinedList"/>
    <dgm:cxn modelId="{7B1CC3EC-FE86-44CD-A5E5-8569433D20E8}" type="presParOf" srcId="{1C46D19A-7C5D-49EC-9A8F-738E487D9F76}" destId="{C46E6DCD-B728-45AE-9F84-9CED5FE15E10}" srcOrd="0" destOrd="0" presId="urn:microsoft.com/office/officeart/2008/layout/LinedList"/>
    <dgm:cxn modelId="{EEDCE4FE-3DF1-4ED5-B265-776696DBF46B}" type="presParOf" srcId="{1C46D19A-7C5D-49EC-9A8F-738E487D9F76}" destId="{B8F7E651-65C5-4C97-9ABC-85B4984224C8}" srcOrd="1" destOrd="0" presId="urn:microsoft.com/office/officeart/2008/layout/LinedList"/>
    <dgm:cxn modelId="{C0B963A8-E4AB-4CD1-A983-633DF3A0FB92}" type="presParOf" srcId="{64CCE599-7270-4884-8AE3-904987581883}" destId="{C98A6933-9C58-4B5B-BB96-44981D1030A0}" srcOrd="16" destOrd="0" presId="urn:microsoft.com/office/officeart/2008/layout/LinedList"/>
    <dgm:cxn modelId="{AAF554F4-C1BB-466F-B9D8-444467067861}" type="presParOf" srcId="{64CCE599-7270-4884-8AE3-904987581883}" destId="{4BA37AA0-A160-4C37-921A-E944D15A00B0}" srcOrd="17" destOrd="0" presId="urn:microsoft.com/office/officeart/2008/layout/LinedList"/>
    <dgm:cxn modelId="{69988928-F276-41CD-8828-FDD5B9CF1485}" type="presParOf" srcId="{4BA37AA0-A160-4C37-921A-E944D15A00B0}" destId="{5645AF15-C204-4971-AA0F-79D21274EF5B}" srcOrd="0" destOrd="0" presId="urn:microsoft.com/office/officeart/2008/layout/LinedList"/>
    <dgm:cxn modelId="{1F6B209D-3295-46CE-8290-641A53445599}" type="presParOf" srcId="{4BA37AA0-A160-4C37-921A-E944D15A00B0}" destId="{9AA82B5D-9EC8-4C78-B1F1-28721C6E117D}" srcOrd="1" destOrd="0" presId="urn:microsoft.com/office/officeart/2008/layout/LinedList"/>
    <dgm:cxn modelId="{6859F083-134D-4812-A88C-4B3CDF9CDD54}" type="presParOf" srcId="{64CCE599-7270-4884-8AE3-904987581883}" destId="{875015D4-15F7-4558-9F7E-A36A34A114FB}" srcOrd="18" destOrd="0" presId="urn:microsoft.com/office/officeart/2008/layout/LinedList"/>
    <dgm:cxn modelId="{5882A399-05FB-4B30-A7AB-D5D5243E2F6D}" type="presParOf" srcId="{64CCE599-7270-4884-8AE3-904987581883}" destId="{BFF7A5C6-1D3E-4B90-9BD6-00791004F3EB}" srcOrd="19" destOrd="0" presId="urn:microsoft.com/office/officeart/2008/layout/LinedList"/>
    <dgm:cxn modelId="{6B4FEC5C-D4F5-437A-90B2-922A3288CE20}" type="presParOf" srcId="{BFF7A5C6-1D3E-4B90-9BD6-00791004F3EB}" destId="{804D71C2-D837-4A3B-9445-ADFE684DB980}" srcOrd="0" destOrd="0" presId="urn:microsoft.com/office/officeart/2008/layout/LinedList"/>
    <dgm:cxn modelId="{F6623CB2-5AA2-47C6-88C1-B0EB9242FB9C}" type="presParOf" srcId="{BFF7A5C6-1D3E-4B90-9BD6-00791004F3EB}" destId="{A5965959-D0FC-48B8-BCBE-391A0673BAAB}" srcOrd="1" destOrd="0" presId="urn:microsoft.com/office/officeart/2008/layout/LinedList"/>
    <dgm:cxn modelId="{43A150CB-F4E7-43F2-AD4F-60FFBA1C2D9F}" type="presParOf" srcId="{64CCE599-7270-4884-8AE3-904987581883}" destId="{D5317F15-7741-4234-BC00-771BE6895A44}" srcOrd="20" destOrd="0" presId="urn:microsoft.com/office/officeart/2008/layout/LinedList"/>
    <dgm:cxn modelId="{D02981D7-68EA-44DF-9027-12BC2D267390}" type="presParOf" srcId="{64CCE599-7270-4884-8AE3-904987581883}" destId="{E538D73A-C61F-4151-99C6-0E5BA2C67CA6}" srcOrd="21" destOrd="0" presId="urn:microsoft.com/office/officeart/2008/layout/LinedList"/>
    <dgm:cxn modelId="{F557975C-AE34-4478-B764-352EF1BB536F}" type="presParOf" srcId="{E538D73A-C61F-4151-99C6-0E5BA2C67CA6}" destId="{606E2BE5-5210-4B6C-8939-E8586F88A64E}" srcOrd="0" destOrd="0" presId="urn:microsoft.com/office/officeart/2008/layout/LinedList"/>
    <dgm:cxn modelId="{48943F96-ACE4-4C82-AF81-0D7BDFA86EB9}" type="presParOf" srcId="{E538D73A-C61F-4151-99C6-0E5BA2C67CA6}" destId="{1302E89F-ABD8-47C6-A161-538AF3EB77F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89CC281-F0B2-4813-B5C5-E4CE26F7D44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0CA2671-C753-4E29-8AB9-73D025E80986}">
      <dgm:prSet custT="1"/>
      <dgm:spPr/>
      <dgm:t>
        <a:bodyPr/>
        <a:lstStyle/>
        <a:p>
          <a:r>
            <a:rPr lang="en-US" sz="2400" b="1" dirty="0"/>
            <a:t>Collaboration with Key Departments:</a:t>
          </a:r>
        </a:p>
      </dgm:t>
    </dgm:pt>
    <dgm:pt modelId="{00AA4C1B-7107-4379-8213-15780BB24FCC}" type="parTrans" cxnId="{7C1A6711-594A-4386-9FFF-915CE1DEFFD0}">
      <dgm:prSet/>
      <dgm:spPr/>
      <dgm:t>
        <a:bodyPr/>
        <a:lstStyle/>
        <a:p>
          <a:endParaRPr lang="en-US"/>
        </a:p>
      </dgm:t>
    </dgm:pt>
    <dgm:pt modelId="{C24E85B3-99E7-439A-9469-06CD98E01796}" type="sibTrans" cxnId="{7C1A6711-594A-4386-9FFF-915CE1DEFFD0}">
      <dgm:prSet/>
      <dgm:spPr/>
      <dgm:t>
        <a:bodyPr/>
        <a:lstStyle/>
        <a:p>
          <a:endParaRPr lang="en-US"/>
        </a:p>
      </dgm:t>
    </dgm:pt>
    <dgm:pt modelId="{DF46C258-BA7B-4773-9427-2F6814210AF9}">
      <dgm:prSet/>
      <dgm:spPr/>
      <dgm:t>
        <a:bodyPr/>
        <a:lstStyle/>
        <a:p>
          <a:r>
            <a:rPr lang="en-US" dirty="0"/>
            <a:t>- HR, IT, Legal/Compliance. </a:t>
          </a:r>
        </a:p>
      </dgm:t>
    </dgm:pt>
    <dgm:pt modelId="{1B9520D7-2364-4DF3-8B57-8ACD2FCE2426}" type="parTrans" cxnId="{7E16DFE3-1E5E-431D-837E-39F68204DFAA}">
      <dgm:prSet/>
      <dgm:spPr/>
      <dgm:t>
        <a:bodyPr/>
        <a:lstStyle/>
        <a:p>
          <a:endParaRPr lang="en-US"/>
        </a:p>
      </dgm:t>
    </dgm:pt>
    <dgm:pt modelId="{E5DC735A-B159-4154-A0C8-EC023B1F2845}" type="sibTrans" cxnId="{7E16DFE3-1E5E-431D-837E-39F68204DFAA}">
      <dgm:prSet/>
      <dgm:spPr/>
      <dgm:t>
        <a:bodyPr/>
        <a:lstStyle/>
        <a:p>
          <a:endParaRPr lang="en-US"/>
        </a:p>
      </dgm:t>
    </dgm:pt>
    <dgm:pt modelId="{C7EA3686-8330-424E-ABA9-F70F1BCE0F0B}">
      <dgm:prSet custT="1"/>
      <dgm:spPr/>
      <dgm:t>
        <a:bodyPr/>
        <a:lstStyle/>
        <a:p>
          <a:r>
            <a:rPr lang="en-US" sz="2400" dirty="0"/>
            <a:t>Communications </a:t>
          </a:r>
          <a:r>
            <a:rPr lang="en-US" sz="2400" b="1" dirty="0"/>
            <a:t>Timeline:</a:t>
          </a:r>
        </a:p>
      </dgm:t>
    </dgm:pt>
    <dgm:pt modelId="{AD9164E4-F26D-4B34-B976-614480BB6B13}" type="parTrans" cxnId="{DEA697FB-A4D0-4016-AF76-55783F56F899}">
      <dgm:prSet/>
      <dgm:spPr/>
      <dgm:t>
        <a:bodyPr/>
        <a:lstStyle/>
        <a:p>
          <a:endParaRPr lang="en-US"/>
        </a:p>
      </dgm:t>
    </dgm:pt>
    <dgm:pt modelId="{39FF0E31-3705-4886-B36A-F7D65BF53CAC}" type="sibTrans" cxnId="{DEA697FB-A4D0-4016-AF76-55783F56F899}">
      <dgm:prSet/>
      <dgm:spPr/>
      <dgm:t>
        <a:bodyPr/>
        <a:lstStyle/>
        <a:p>
          <a:endParaRPr lang="en-US"/>
        </a:p>
      </dgm:t>
    </dgm:pt>
    <dgm:pt modelId="{A04DB37D-5799-476C-A89E-683764D26255}">
      <dgm:prSet/>
      <dgm:spPr/>
      <dgm:t>
        <a:bodyPr/>
        <a:lstStyle/>
        <a:p>
          <a:r>
            <a:rPr lang="en-US"/>
            <a:t>- Week 1: Finalize charter and communication materials.</a:t>
          </a:r>
        </a:p>
      </dgm:t>
    </dgm:pt>
    <dgm:pt modelId="{AE56CBA5-D321-43A6-9997-796AD68FCD49}" type="parTrans" cxnId="{A64A40C9-82AA-4E66-AF6D-158A410F173F}">
      <dgm:prSet/>
      <dgm:spPr/>
      <dgm:t>
        <a:bodyPr/>
        <a:lstStyle/>
        <a:p>
          <a:endParaRPr lang="en-US"/>
        </a:p>
      </dgm:t>
    </dgm:pt>
    <dgm:pt modelId="{A02B6141-5F23-4FBB-BF12-3C7B64BD872C}" type="sibTrans" cxnId="{A64A40C9-82AA-4E66-AF6D-158A410F173F}">
      <dgm:prSet/>
      <dgm:spPr/>
      <dgm:t>
        <a:bodyPr/>
        <a:lstStyle/>
        <a:p>
          <a:endParaRPr lang="en-US"/>
        </a:p>
      </dgm:t>
    </dgm:pt>
    <dgm:pt modelId="{826B9955-58D8-412A-948F-B8B4F8FCABB8}">
      <dgm:prSet/>
      <dgm:spPr/>
      <dgm:t>
        <a:bodyPr/>
        <a:lstStyle/>
        <a:p>
          <a:r>
            <a:rPr lang="en-US"/>
            <a:t>- Week 2: Launch email/intranet announcements and training.</a:t>
          </a:r>
        </a:p>
      </dgm:t>
    </dgm:pt>
    <dgm:pt modelId="{FB385F63-4D47-46D7-9F1B-BC93E2A34BA4}" type="parTrans" cxnId="{9E028CFD-C16E-47E7-B70C-280053103226}">
      <dgm:prSet/>
      <dgm:spPr/>
      <dgm:t>
        <a:bodyPr/>
        <a:lstStyle/>
        <a:p>
          <a:endParaRPr lang="en-US"/>
        </a:p>
      </dgm:t>
    </dgm:pt>
    <dgm:pt modelId="{4F7305F6-2C0D-40F6-B39B-2D3BF6245DB2}" type="sibTrans" cxnId="{9E028CFD-C16E-47E7-B70C-280053103226}">
      <dgm:prSet/>
      <dgm:spPr/>
      <dgm:t>
        <a:bodyPr/>
        <a:lstStyle/>
        <a:p>
          <a:endParaRPr lang="en-US"/>
        </a:p>
      </dgm:t>
    </dgm:pt>
    <dgm:pt modelId="{4E2E4215-D478-4430-B991-3F8445B862FA}">
      <dgm:prSet/>
      <dgm:spPr/>
      <dgm:t>
        <a:bodyPr/>
        <a:lstStyle/>
        <a:p>
          <a:r>
            <a:rPr lang="en-US"/>
            <a:t>- Week 3: Collect acknowledgments and address questions.</a:t>
          </a:r>
        </a:p>
      </dgm:t>
    </dgm:pt>
    <dgm:pt modelId="{4FA32998-F2E9-4EEE-95F3-790D7A5FD122}" type="parTrans" cxnId="{6D8797C1-8E28-4340-A25D-1BD33CB0B8A9}">
      <dgm:prSet/>
      <dgm:spPr/>
      <dgm:t>
        <a:bodyPr/>
        <a:lstStyle/>
        <a:p>
          <a:endParaRPr lang="en-US"/>
        </a:p>
      </dgm:t>
    </dgm:pt>
    <dgm:pt modelId="{382977DF-3B84-4F26-BA95-049071976C16}" type="sibTrans" cxnId="{6D8797C1-8E28-4340-A25D-1BD33CB0B8A9}">
      <dgm:prSet/>
      <dgm:spPr/>
      <dgm:t>
        <a:bodyPr/>
        <a:lstStyle/>
        <a:p>
          <a:endParaRPr lang="en-US"/>
        </a:p>
      </dgm:t>
    </dgm:pt>
    <dgm:pt modelId="{E098E6CB-9284-4E80-BAA6-73CBBDA75B22}">
      <dgm:prSet/>
      <dgm:spPr/>
      <dgm:t>
        <a:bodyPr/>
        <a:lstStyle/>
        <a:p>
          <a:r>
            <a:rPr lang="en-US"/>
            <a:t>- Week 4: Follow-up on pending acknowledgments and finalize reports.</a:t>
          </a:r>
        </a:p>
      </dgm:t>
    </dgm:pt>
    <dgm:pt modelId="{9BC5D811-6A18-4594-915C-082249C6E665}" type="parTrans" cxnId="{596F0908-27A7-46FE-9D80-20C3277DB0E9}">
      <dgm:prSet/>
      <dgm:spPr/>
      <dgm:t>
        <a:bodyPr/>
        <a:lstStyle/>
        <a:p>
          <a:endParaRPr lang="en-US"/>
        </a:p>
      </dgm:t>
    </dgm:pt>
    <dgm:pt modelId="{20026677-A2A8-42CE-A539-6F14BD02CA24}" type="sibTrans" cxnId="{596F0908-27A7-46FE-9D80-20C3277DB0E9}">
      <dgm:prSet/>
      <dgm:spPr/>
      <dgm:t>
        <a:bodyPr/>
        <a:lstStyle/>
        <a:p>
          <a:endParaRPr lang="en-US"/>
        </a:p>
      </dgm:t>
    </dgm:pt>
    <dgm:pt modelId="{BF7488BF-12F2-4C18-8B79-BC7B14F8F9A2}" type="pres">
      <dgm:prSet presAssocID="{589CC281-F0B2-4813-B5C5-E4CE26F7D44A}" presName="vert0" presStyleCnt="0">
        <dgm:presLayoutVars>
          <dgm:dir/>
          <dgm:animOne val="branch"/>
          <dgm:animLvl val="lvl"/>
        </dgm:presLayoutVars>
      </dgm:prSet>
      <dgm:spPr/>
    </dgm:pt>
    <dgm:pt modelId="{F7F81499-9AA1-4ECF-9F96-A879369037AC}" type="pres">
      <dgm:prSet presAssocID="{70CA2671-C753-4E29-8AB9-73D025E80986}" presName="thickLine" presStyleLbl="alignNode1" presStyleIdx="0" presStyleCnt="7"/>
      <dgm:spPr/>
    </dgm:pt>
    <dgm:pt modelId="{A1B0CCFB-E6A3-44EC-8269-BFBDA02E619B}" type="pres">
      <dgm:prSet presAssocID="{70CA2671-C753-4E29-8AB9-73D025E80986}" presName="horz1" presStyleCnt="0"/>
      <dgm:spPr/>
    </dgm:pt>
    <dgm:pt modelId="{2B0DB695-418C-4061-8422-9B1FBA61AFAB}" type="pres">
      <dgm:prSet presAssocID="{70CA2671-C753-4E29-8AB9-73D025E80986}" presName="tx1" presStyleLbl="revTx" presStyleIdx="0" presStyleCnt="7"/>
      <dgm:spPr/>
    </dgm:pt>
    <dgm:pt modelId="{B7EB8CEE-67AD-4BED-A8D2-A27B3B7560BC}" type="pres">
      <dgm:prSet presAssocID="{70CA2671-C753-4E29-8AB9-73D025E80986}" presName="vert1" presStyleCnt="0"/>
      <dgm:spPr/>
    </dgm:pt>
    <dgm:pt modelId="{664B2203-C267-4A61-95AC-9C71AE08C4DF}" type="pres">
      <dgm:prSet presAssocID="{DF46C258-BA7B-4773-9427-2F6814210AF9}" presName="thickLine" presStyleLbl="alignNode1" presStyleIdx="1" presStyleCnt="7"/>
      <dgm:spPr/>
    </dgm:pt>
    <dgm:pt modelId="{6DC0A9E9-DE80-4153-95FD-E8997F2293D2}" type="pres">
      <dgm:prSet presAssocID="{DF46C258-BA7B-4773-9427-2F6814210AF9}" presName="horz1" presStyleCnt="0"/>
      <dgm:spPr/>
    </dgm:pt>
    <dgm:pt modelId="{2FDE6E12-7379-40F1-A267-43FBE691830E}" type="pres">
      <dgm:prSet presAssocID="{DF46C258-BA7B-4773-9427-2F6814210AF9}" presName="tx1" presStyleLbl="revTx" presStyleIdx="1" presStyleCnt="7"/>
      <dgm:spPr/>
    </dgm:pt>
    <dgm:pt modelId="{3FCF8E55-0CF3-433B-A4FB-0A166DEF7093}" type="pres">
      <dgm:prSet presAssocID="{DF46C258-BA7B-4773-9427-2F6814210AF9}" presName="vert1" presStyleCnt="0"/>
      <dgm:spPr/>
    </dgm:pt>
    <dgm:pt modelId="{77D8634D-C7D8-4D52-9CD2-E941E1FE7925}" type="pres">
      <dgm:prSet presAssocID="{C7EA3686-8330-424E-ABA9-F70F1BCE0F0B}" presName="thickLine" presStyleLbl="alignNode1" presStyleIdx="2" presStyleCnt="7"/>
      <dgm:spPr/>
    </dgm:pt>
    <dgm:pt modelId="{0C014998-537B-44A8-A770-19D09860F22F}" type="pres">
      <dgm:prSet presAssocID="{C7EA3686-8330-424E-ABA9-F70F1BCE0F0B}" presName="horz1" presStyleCnt="0"/>
      <dgm:spPr/>
    </dgm:pt>
    <dgm:pt modelId="{F0790089-0F29-42FE-8CC0-8A075CFCDDD0}" type="pres">
      <dgm:prSet presAssocID="{C7EA3686-8330-424E-ABA9-F70F1BCE0F0B}" presName="tx1" presStyleLbl="revTx" presStyleIdx="2" presStyleCnt="7"/>
      <dgm:spPr/>
    </dgm:pt>
    <dgm:pt modelId="{EF124C6E-7ECA-49A7-AE00-32A03C5A44D2}" type="pres">
      <dgm:prSet presAssocID="{C7EA3686-8330-424E-ABA9-F70F1BCE0F0B}" presName="vert1" presStyleCnt="0"/>
      <dgm:spPr/>
    </dgm:pt>
    <dgm:pt modelId="{4DD582AA-5A68-4944-B2FF-A9791B5A18BD}" type="pres">
      <dgm:prSet presAssocID="{A04DB37D-5799-476C-A89E-683764D26255}" presName="thickLine" presStyleLbl="alignNode1" presStyleIdx="3" presStyleCnt="7"/>
      <dgm:spPr/>
    </dgm:pt>
    <dgm:pt modelId="{B370644C-3FF1-48D5-AC73-9DD13DB3E63F}" type="pres">
      <dgm:prSet presAssocID="{A04DB37D-5799-476C-A89E-683764D26255}" presName="horz1" presStyleCnt="0"/>
      <dgm:spPr/>
    </dgm:pt>
    <dgm:pt modelId="{A8F0362F-C411-4301-BB32-C62563703C62}" type="pres">
      <dgm:prSet presAssocID="{A04DB37D-5799-476C-A89E-683764D26255}" presName="tx1" presStyleLbl="revTx" presStyleIdx="3" presStyleCnt="7"/>
      <dgm:spPr/>
    </dgm:pt>
    <dgm:pt modelId="{809B51A1-6A9A-45B9-A118-BABFD5194808}" type="pres">
      <dgm:prSet presAssocID="{A04DB37D-5799-476C-A89E-683764D26255}" presName="vert1" presStyleCnt="0"/>
      <dgm:spPr/>
    </dgm:pt>
    <dgm:pt modelId="{614FA5BD-1955-4D82-882A-547E7EE629BB}" type="pres">
      <dgm:prSet presAssocID="{826B9955-58D8-412A-948F-B8B4F8FCABB8}" presName="thickLine" presStyleLbl="alignNode1" presStyleIdx="4" presStyleCnt="7"/>
      <dgm:spPr/>
    </dgm:pt>
    <dgm:pt modelId="{F2191570-BD8F-4B05-944C-69B29BF5CABD}" type="pres">
      <dgm:prSet presAssocID="{826B9955-58D8-412A-948F-B8B4F8FCABB8}" presName="horz1" presStyleCnt="0"/>
      <dgm:spPr/>
    </dgm:pt>
    <dgm:pt modelId="{91717B53-C5E1-4493-9008-FE2CAC646E3D}" type="pres">
      <dgm:prSet presAssocID="{826B9955-58D8-412A-948F-B8B4F8FCABB8}" presName="tx1" presStyleLbl="revTx" presStyleIdx="4" presStyleCnt="7"/>
      <dgm:spPr/>
    </dgm:pt>
    <dgm:pt modelId="{6BBA421B-F41E-4A7F-8D49-60558B3CCDDA}" type="pres">
      <dgm:prSet presAssocID="{826B9955-58D8-412A-948F-B8B4F8FCABB8}" presName="vert1" presStyleCnt="0"/>
      <dgm:spPr/>
    </dgm:pt>
    <dgm:pt modelId="{9C9DE8CC-8D2D-4E22-B4C1-623B9600B3A9}" type="pres">
      <dgm:prSet presAssocID="{4E2E4215-D478-4430-B991-3F8445B862FA}" presName="thickLine" presStyleLbl="alignNode1" presStyleIdx="5" presStyleCnt="7"/>
      <dgm:spPr/>
    </dgm:pt>
    <dgm:pt modelId="{A6A43E6D-95DD-4FAE-89BD-8433B0FEC6F4}" type="pres">
      <dgm:prSet presAssocID="{4E2E4215-D478-4430-B991-3F8445B862FA}" presName="horz1" presStyleCnt="0"/>
      <dgm:spPr/>
    </dgm:pt>
    <dgm:pt modelId="{DF6DD35B-57CD-405D-B3E3-7854832F9371}" type="pres">
      <dgm:prSet presAssocID="{4E2E4215-D478-4430-B991-3F8445B862FA}" presName="tx1" presStyleLbl="revTx" presStyleIdx="5" presStyleCnt="7"/>
      <dgm:spPr/>
    </dgm:pt>
    <dgm:pt modelId="{A7DE0A7E-CF6F-4A4A-82B1-E3D109FEB6C0}" type="pres">
      <dgm:prSet presAssocID="{4E2E4215-D478-4430-B991-3F8445B862FA}" presName="vert1" presStyleCnt="0"/>
      <dgm:spPr/>
    </dgm:pt>
    <dgm:pt modelId="{7EC5857F-93CB-4803-8D28-603621548EB0}" type="pres">
      <dgm:prSet presAssocID="{E098E6CB-9284-4E80-BAA6-73CBBDA75B22}" presName="thickLine" presStyleLbl="alignNode1" presStyleIdx="6" presStyleCnt="7"/>
      <dgm:spPr/>
    </dgm:pt>
    <dgm:pt modelId="{17C35932-F9DF-4FB4-8411-ED2E74AF60D2}" type="pres">
      <dgm:prSet presAssocID="{E098E6CB-9284-4E80-BAA6-73CBBDA75B22}" presName="horz1" presStyleCnt="0"/>
      <dgm:spPr/>
    </dgm:pt>
    <dgm:pt modelId="{7DE6D767-A1CA-476E-A208-B96D5C54A3E2}" type="pres">
      <dgm:prSet presAssocID="{E098E6CB-9284-4E80-BAA6-73CBBDA75B22}" presName="tx1" presStyleLbl="revTx" presStyleIdx="6" presStyleCnt="7"/>
      <dgm:spPr/>
    </dgm:pt>
    <dgm:pt modelId="{0F356D89-0AF4-4660-A8ED-43C5E3CC086B}" type="pres">
      <dgm:prSet presAssocID="{E098E6CB-9284-4E80-BAA6-73CBBDA75B22}" presName="vert1" presStyleCnt="0"/>
      <dgm:spPr/>
    </dgm:pt>
  </dgm:ptLst>
  <dgm:cxnLst>
    <dgm:cxn modelId="{23BFBF00-A8C6-4065-81C9-BFC82673A00D}" type="presOf" srcId="{589CC281-F0B2-4813-B5C5-E4CE26F7D44A}" destId="{BF7488BF-12F2-4C18-8B79-BC7B14F8F9A2}" srcOrd="0" destOrd="0" presId="urn:microsoft.com/office/officeart/2008/layout/LinedList"/>
    <dgm:cxn modelId="{ED9F6E01-1BC0-40EE-AC77-5ED7F7738B4C}" type="presOf" srcId="{4E2E4215-D478-4430-B991-3F8445B862FA}" destId="{DF6DD35B-57CD-405D-B3E3-7854832F9371}" srcOrd="0" destOrd="0" presId="urn:microsoft.com/office/officeart/2008/layout/LinedList"/>
    <dgm:cxn modelId="{2B1FD202-01E2-49B9-B5AC-1474D51B85B5}" type="presOf" srcId="{70CA2671-C753-4E29-8AB9-73D025E80986}" destId="{2B0DB695-418C-4061-8422-9B1FBA61AFAB}" srcOrd="0" destOrd="0" presId="urn:microsoft.com/office/officeart/2008/layout/LinedList"/>
    <dgm:cxn modelId="{596F0908-27A7-46FE-9D80-20C3277DB0E9}" srcId="{589CC281-F0B2-4813-B5C5-E4CE26F7D44A}" destId="{E098E6CB-9284-4E80-BAA6-73CBBDA75B22}" srcOrd="6" destOrd="0" parTransId="{9BC5D811-6A18-4594-915C-082249C6E665}" sibTransId="{20026677-A2A8-42CE-A539-6F14BD02CA24}"/>
    <dgm:cxn modelId="{7C1A6711-594A-4386-9FFF-915CE1DEFFD0}" srcId="{589CC281-F0B2-4813-B5C5-E4CE26F7D44A}" destId="{70CA2671-C753-4E29-8AB9-73D025E80986}" srcOrd="0" destOrd="0" parTransId="{00AA4C1B-7107-4379-8213-15780BB24FCC}" sibTransId="{C24E85B3-99E7-439A-9469-06CD98E01796}"/>
    <dgm:cxn modelId="{9EFFCB11-E201-41B1-99D4-E3F5E8D427EC}" type="presOf" srcId="{E098E6CB-9284-4E80-BAA6-73CBBDA75B22}" destId="{7DE6D767-A1CA-476E-A208-B96D5C54A3E2}" srcOrd="0" destOrd="0" presId="urn:microsoft.com/office/officeart/2008/layout/LinedList"/>
    <dgm:cxn modelId="{61B68656-8A48-4906-9E7B-03C0AC250403}" type="presOf" srcId="{C7EA3686-8330-424E-ABA9-F70F1BCE0F0B}" destId="{F0790089-0F29-42FE-8CC0-8A075CFCDDD0}" srcOrd="0" destOrd="0" presId="urn:microsoft.com/office/officeart/2008/layout/LinedList"/>
    <dgm:cxn modelId="{AB27879E-4A69-47C9-8C12-0F97300658CE}" type="presOf" srcId="{826B9955-58D8-412A-948F-B8B4F8FCABB8}" destId="{91717B53-C5E1-4493-9008-FE2CAC646E3D}" srcOrd="0" destOrd="0" presId="urn:microsoft.com/office/officeart/2008/layout/LinedList"/>
    <dgm:cxn modelId="{C58626A3-9F8C-4CFD-8B9F-941287BB9F3B}" type="presOf" srcId="{DF46C258-BA7B-4773-9427-2F6814210AF9}" destId="{2FDE6E12-7379-40F1-A267-43FBE691830E}" srcOrd="0" destOrd="0" presId="urn:microsoft.com/office/officeart/2008/layout/LinedList"/>
    <dgm:cxn modelId="{1FBE19B1-F083-4CE2-ADAE-9D20A03BB885}" type="presOf" srcId="{A04DB37D-5799-476C-A89E-683764D26255}" destId="{A8F0362F-C411-4301-BB32-C62563703C62}" srcOrd="0" destOrd="0" presId="urn:microsoft.com/office/officeart/2008/layout/LinedList"/>
    <dgm:cxn modelId="{6D8797C1-8E28-4340-A25D-1BD33CB0B8A9}" srcId="{589CC281-F0B2-4813-B5C5-E4CE26F7D44A}" destId="{4E2E4215-D478-4430-B991-3F8445B862FA}" srcOrd="5" destOrd="0" parTransId="{4FA32998-F2E9-4EEE-95F3-790D7A5FD122}" sibTransId="{382977DF-3B84-4F26-BA95-049071976C16}"/>
    <dgm:cxn modelId="{A64A40C9-82AA-4E66-AF6D-158A410F173F}" srcId="{589CC281-F0B2-4813-B5C5-E4CE26F7D44A}" destId="{A04DB37D-5799-476C-A89E-683764D26255}" srcOrd="3" destOrd="0" parTransId="{AE56CBA5-D321-43A6-9997-796AD68FCD49}" sibTransId="{A02B6141-5F23-4FBB-BF12-3C7B64BD872C}"/>
    <dgm:cxn modelId="{7E16DFE3-1E5E-431D-837E-39F68204DFAA}" srcId="{589CC281-F0B2-4813-B5C5-E4CE26F7D44A}" destId="{DF46C258-BA7B-4773-9427-2F6814210AF9}" srcOrd="1" destOrd="0" parTransId="{1B9520D7-2364-4DF3-8B57-8ACD2FCE2426}" sibTransId="{E5DC735A-B159-4154-A0C8-EC023B1F2845}"/>
    <dgm:cxn modelId="{DEA697FB-A4D0-4016-AF76-55783F56F899}" srcId="{589CC281-F0B2-4813-B5C5-E4CE26F7D44A}" destId="{C7EA3686-8330-424E-ABA9-F70F1BCE0F0B}" srcOrd="2" destOrd="0" parTransId="{AD9164E4-F26D-4B34-B976-614480BB6B13}" sibTransId="{39FF0E31-3705-4886-B36A-F7D65BF53CAC}"/>
    <dgm:cxn modelId="{9E028CFD-C16E-47E7-B70C-280053103226}" srcId="{589CC281-F0B2-4813-B5C5-E4CE26F7D44A}" destId="{826B9955-58D8-412A-948F-B8B4F8FCABB8}" srcOrd="4" destOrd="0" parTransId="{FB385F63-4D47-46D7-9F1B-BC93E2A34BA4}" sibTransId="{4F7305F6-2C0D-40F6-B39B-2D3BF6245DB2}"/>
    <dgm:cxn modelId="{2577AAA8-B781-459F-A34B-E3B1D7520933}" type="presParOf" srcId="{BF7488BF-12F2-4C18-8B79-BC7B14F8F9A2}" destId="{F7F81499-9AA1-4ECF-9F96-A879369037AC}" srcOrd="0" destOrd="0" presId="urn:microsoft.com/office/officeart/2008/layout/LinedList"/>
    <dgm:cxn modelId="{D17646E1-12EC-4BD9-AF31-977F4F57BB26}" type="presParOf" srcId="{BF7488BF-12F2-4C18-8B79-BC7B14F8F9A2}" destId="{A1B0CCFB-E6A3-44EC-8269-BFBDA02E619B}" srcOrd="1" destOrd="0" presId="urn:microsoft.com/office/officeart/2008/layout/LinedList"/>
    <dgm:cxn modelId="{0DA31CBB-875D-4ED7-B5ED-870FC8F88537}" type="presParOf" srcId="{A1B0CCFB-E6A3-44EC-8269-BFBDA02E619B}" destId="{2B0DB695-418C-4061-8422-9B1FBA61AFAB}" srcOrd="0" destOrd="0" presId="urn:microsoft.com/office/officeart/2008/layout/LinedList"/>
    <dgm:cxn modelId="{02133B8F-B067-449D-B19E-192C6B5D3E0F}" type="presParOf" srcId="{A1B0CCFB-E6A3-44EC-8269-BFBDA02E619B}" destId="{B7EB8CEE-67AD-4BED-A8D2-A27B3B7560BC}" srcOrd="1" destOrd="0" presId="urn:microsoft.com/office/officeart/2008/layout/LinedList"/>
    <dgm:cxn modelId="{49F6E46B-E185-49F8-99FD-AFB146981633}" type="presParOf" srcId="{BF7488BF-12F2-4C18-8B79-BC7B14F8F9A2}" destId="{664B2203-C267-4A61-95AC-9C71AE08C4DF}" srcOrd="2" destOrd="0" presId="urn:microsoft.com/office/officeart/2008/layout/LinedList"/>
    <dgm:cxn modelId="{3B4B1106-1432-49B5-B973-B1D83A93DA6C}" type="presParOf" srcId="{BF7488BF-12F2-4C18-8B79-BC7B14F8F9A2}" destId="{6DC0A9E9-DE80-4153-95FD-E8997F2293D2}" srcOrd="3" destOrd="0" presId="urn:microsoft.com/office/officeart/2008/layout/LinedList"/>
    <dgm:cxn modelId="{C013E2A6-95F7-4299-BEE4-CC68B3A2B730}" type="presParOf" srcId="{6DC0A9E9-DE80-4153-95FD-E8997F2293D2}" destId="{2FDE6E12-7379-40F1-A267-43FBE691830E}" srcOrd="0" destOrd="0" presId="urn:microsoft.com/office/officeart/2008/layout/LinedList"/>
    <dgm:cxn modelId="{6A189F63-343B-4423-AE74-B3DCB8668BA0}" type="presParOf" srcId="{6DC0A9E9-DE80-4153-95FD-E8997F2293D2}" destId="{3FCF8E55-0CF3-433B-A4FB-0A166DEF7093}" srcOrd="1" destOrd="0" presId="urn:microsoft.com/office/officeart/2008/layout/LinedList"/>
    <dgm:cxn modelId="{A83D6D21-8075-43B9-A892-E7DB39287765}" type="presParOf" srcId="{BF7488BF-12F2-4C18-8B79-BC7B14F8F9A2}" destId="{77D8634D-C7D8-4D52-9CD2-E941E1FE7925}" srcOrd="4" destOrd="0" presId="urn:microsoft.com/office/officeart/2008/layout/LinedList"/>
    <dgm:cxn modelId="{FDAC5E52-F6BA-4EE4-851F-C4D68654FBCA}" type="presParOf" srcId="{BF7488BF-12F2-4C18-8B79-BC7B14F8F9A2}" destId="{0C014998-537B-44A8-A770-19D09860F22F}" srcOrd="5" destOrd="0" presId="urn:microsoft.com/office/officeart/2008/layout/LinedList"/>
    <dgm:cxn modelId="{5843B880-273B-4F6C-871C-A2CA05AAB845}" type="presParOf" srcId="{0C014998-537B-44A8-A770-19D09860F22F}" destId="{F0790089-0F29-42FE-8CC0-8A075CFCDDD0}" srcOrd="0" destOrd="0" presId="urn:microsoft.com/office/officeart/2008/layout/LinedList"/>
    <dgm:cxn modelId="{13C0F3E8-2F5A-4F3E-AE71-3FC12BA42B70}" type="presParOf" srcId="{0C014998-537B-44A8-A770-19D09860F22F}" destId="{EF124C6E-7ECA-49A7-AE00-32A03C5A44D2}" srcOrd="1" destOrd="0" presId="urn:microsoft.com/office/officeart/2008/layout/LinedList"/>
    <dgm:cxn modelId="{63DFC369-BB73-4200-8D54-72DBE3471DF8}" type="presParOf" srcId="{BF7488BF-12F2-4C18-8B79-BC7B14F8F9A2}" destId="{4DD582AA-5A68-4944-B2FF-A9791B5A18BD}" srcOrd="6" destOrd="0" presId="urn:microsoft.com/office/officeart/2008/layout/LinedList"/>
    <dgm:cxn modelId="{6822B462-DE89-4599-BC15-BF5F2AC96080}" type="presParOf" srcId="{BF7488BF-12F2-4C18-8B79-BC7B14F8F9A2}" destId="{B370644C-3FF1-48D5-AC73-9DD13DB3E63F}" srcOrd="7" destOrd="0" presId="urn:microsoft.com/office/officeart/2008/layout/LinedList"/>
    <dgm:cxn modelId="{984CEF5C-203A-4C3D-B8BB-29640B6BE4EB}" type="presParOf" srcId="{B370644C-3FF1-48D5-AC73-9DD13DB3E63F}" destId="{A8F0362F-C411-4301-BB32-C62563703C62}" srcOrd="0" destOrd="0" presId="urn:microsoft.com/office/officeart/2008/layout/LinedList"/>
    <dgm:cxn modelId="{58E89AB2-EDF0-41C5-A082-B86E6FFF932F}" type="presParOf" srcId="{B370644C-3FF1-48D5-AC73-9DD13DB3E63F}" destId="{809B51A1-6A9A-45B9-A118-BABFD5194808}" srcOrd="1" destOrd="0" presId="urn:microsoft.com/office/officeart/2008/layout/LinedList"/>
    <dgm:cxn modelId="{DEB78E5B-D7FF-457D-9C7E-201208DEB05B}" type="presParOf" srcId="{BF7488BF-12F2-4C18-8B79-BC7B14F8F9A2}" destId="{614FA5BD-1955-4D82-882A-547E7EE629BB}" srcOrd="8" destOrd="0" presId="urn:microsoft.com/office/officeart/2008/layout/LinedList"/>
    <dgm:cxn modelId="{4440CFE8-BF68-48C3-BC9E-13A1E5B46D18}" type="presParOf" srcId="{BF7488BF-12F2-4C18-8B79-BC7B14F8F9A2}" destId="{F2191570-BD8F-4B05-944C-69B29BF5CABD}" srcOrd="9" destOrd="0" presId="urn:microsoft.com/office/officeart/2008/layout/LinedList"/>
    <dgm:cxn modelId="{772276A3-23FE-45DE-B8A5-A132907BA967}" type="presParOf" srcId="{F2191570-BD8F-4B05-944C-69B29BF5CABD}" destId="{91717B53-C5E1-4493-9008-FE2CAC646E3D}" srcOrd="0" destOrd="0" presId="urn:microsoft.com/office/officeart/2008/layout/LinedList"/>
    <dgm:cxn modelId="{A4312CFA-B72F-49A6-AC3A-E4C90817ABC6}" type="presParOf" srcId="{F2191570-BD8F-4B05-944C-69B29BF5CABD}" destId="{6BBA421B-F41E-4A7F-8D49-60558B3CCDDA}" srcOrd="1" destOrd="0" presId="urn:microsoft.com/office/officeart/2008/layout/LinedList"/>
    <dgm:cxn modelId="{31CA9246-7F85-43C5-B9B0-4A9A55D84A5B}" type="presParOf" srcId="{BF7488BF-12F2-4C18-8B79-BC7B14F8F9A2}" destId="{9C9DE8CC-8D2D-4E22-B4C1-623B9600B3A9}" srcOrd="10" destOrd="0" presId="urn:microsoft.com/office/officeart/2008/layout/LinedList"/>
    <dgm:cxn modelId="{D602FE67-647D-441A-97CE-3643D60F3CCD}" type="presParOf" srcId="{BF7488BF-12F2-4C18-8B79-BC7B14F8F9A2}" destId="{A6A43E6D-95DD-4FAE-89BD-8433B0FEC6F4}" srcOrd="11" destOrd="0" presId="urn:microsoft.com/office/officeart/2008/layout/LinedList"/>
    <dgm:cxn modelId="{C72ABF6D-77E8-4433-9231-6C933B3CB785}" type="presParOf" srcId="{A6A43E6D-95DD-4FAE-89BD-8433B0FEC6F4}" destId="{DF6DD35B-57CD-405D-B3E3-7854832F9371}" srcOrd="0" destOrd="0" presId="urn:microsoft.com/office/officeart/2008/layout/LinedList"/>
    <dgm:cxn modelId="{8F7D7DA1-D147-4526-B9AD-44233A72A7A8}" type="presParOf" srcId="{A6A43E6D-95DD-4FAE-89BD-8433B0FEC6F4}" destId="{A7DE0A7E-CF6F-4A4A-82B1-E3D109FEB6C0}" srcOrd="1" destOrd="0" presId="urn:microsoft.com/office/officeart/2008/layout/LinedList"/>
    <dgm:cxn modelId="{C75E1AF6-B3BC-4238-ACDA-DBE09F0AAEBE}" type="presParOf" srcId="{BF7488BF-12F2-4C18-8B79-BC7B14F8F9A2}" destId="{7EC5857F-93CB-4803-8D28-603621548EB0}" srcOrd="12" destOrd="0" presId="urn:microsoft.com/office/officeart/2008/layout/LinedList"/>
    <dgm:cxn modelId="{1E421D1A-26E9-4884-B7FB-1E408FCD449C}" type="presParOf" srcId="{BF7488BF-12F2-4C18-8B79-BC7B14F8F9A2}" destId="{17C35932-F9DF-4FB4-8411-ED2E74AF60D2}" srcOrd="13" destOrd="0" presId="urn:microsoft.com/office/officeart/2008/layout/LinedList"/>
    <dgm:cxn modelId="{63CB2B4F-40E7-4D68-A3B4-49306D4002C6}" type="presParOf" srcId="{17C35932-F9DF-4FB4-8411-ED2E74AF60D2}" destId="{7DE6D767-A1CA-476E-A208-B96D5C54A3E2}" srcOrd="0" destOrd="0" presId="urn:microsoft.com/office/officeart/2008/layout/LinedList"/>
    <dgm:cxn modelId="{0C7657A5-9803-4246-93A3-7087A7EA967B}" type="presParOf" srcId="{17C35932-F9DF-4FB4-8411-ED2E74AF60D2}" destId="{0F356D89-0AF4-4660-A8ED-43C5E3CC086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89CC281-F0B2-4813-B5C5-E4CE26F7D44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0CA2671-C753-4E29-8AB9-73D025E80986}">
      <dgm:prSet/>
      <dgm:spPr/>
      <dgm:t>
        <a:bodyPr/>
        <a:lstStyle/>
        <a:p>
          <a:r>
            <a:rPr lang="en-US" dirty="0"/>
            <a:t>Expected Outcomes:</a:t>
          </a:r>
        </a:p>
      </dgm:t>
    </dgm:pt>
    <dgm:pt modelId="{00AA4C1B-7107-4379-8213-15780BB24FCC}" type="parTrans" cxnId="{7C1A6711-594A-4386-9FFF-915CE1DEFFD0}">
      <dgm:prSet/>
      <dgm:spPr/>
      <dgm:t>
        <a:bodyPr/>
        <a:lstStyle/>
        <a:p>
          <a:endParaRPr lang="en-US"/>
        </a:p>
      </dgm:t>
    </dgm:pt>
    <dgm:pt modelId="{C24E85B3-99E7-439A-9469-06CD98E01796}" type="sibTrans" cxnId="{7C1A6711-594A-4386-9FFF-915CE1DEFFD0}">
      <dgm:prSet/>
      <dgm:spPr/>
      <dgm:t>
        <a:bodyPr/>
        <a:lstStyle/>
        <a:p>
          <a:endParaRPr lang="en-US"/>
        </a:p>
      </dgm:t>
    </dgm:pt>
    <dgm:pt modelId="{DF46C258-BA7B-4773-9427-2F6814210AF9}">
      <dgm:prSet/>
      <dgm:spPr/>
      <dgm:t>
        <a:bodyPr/>
        <a:lstStyle/>
        <a:p>
          <a:r>
            <a:rPr lang="en-US" dirty="0"/>
            <a:t>- Compliance: 100% acknowledgment rate from employees.</a:t>
          </a:r>
        </a:p>
      </dgm:t>
    </dgm:pt>
    <dgm:pt modelId="{1B9520D7-2364-4DF3-8B57-8ACD2FCE2426}" type="parTrans" cxnId="{7E16DFE3-1E5E-431D-837E-39F68204DFAA}">
      <dgm:prSet/>
      <dgm:spPr/>
      <dgm:t>
        <a:bodyPr/>
        <a:lstStyle/>
        <a:p>
          <a:endParaRPr lang="en-US"/>
        </a:p>
      </dgm:t>
    </dgm:pt>
    <dgm:pt modelId="{E5DC735A-B159-4154-A0C8-EC023B1F2845}" type="sibTrans" cxnId="{7E16DFE3-1E5E-431D-837E-39F68204DFAA}">
      <dgm:prSet/>
      <dgm:spPr/>
      <dgm:t>
        <a:bodyPr/>
        <a:lstStyle/>
        <a:p>
          <a:endParaRPr lang="en-US"/>
        </a:p>
      </dgm:t>
    </dgm:pt>
    <dgm:pt modelId="{C7EA3686-8330-424E-ABA9-F70F1BCE0F0B}">
      <dgm:prSet/>
      <dgm:spPr/>
      <dgm:t>
        <a:bodyPr/>
        <a:lstStyle/>
        <a:p>
          <a:r>
            <a:rPr lang="en-US" dirty="0"/>
            <a:t>- Engagement: Increased awareness of security protocols.</a:t>
          </a:r>
        </a:p>
      </dgm:t>
    </dgm:pt>
    <dgm:pt modelId="{AD9164E4-F26D-4B34-B976-614480BB6B13}" type="parTrans" cxnId="{DEA697FB-A4D0-4016-AF76-55783F56F899}">
      <dgm:prSet/>
      <dgm:spPr/>
      <dgm:t>
        <a:bodyPr/>
        <a:lstStyle/>
        <a:p>
          <a:endParaRPr lang="en-US"/>
        </a:p>
      </dgm:t>
    </dgm:pt>
    <dgm:pt modelId="{39FF0E31-3705-4886-B36A-F7D65BF53CAC}" type="sibTrans" cxnId="{DEA697FB-A4D0-4016-AF76-55783F56F899}">
      <dgm:prSet/>
      <dgm:spPr/>
      <dgm:t>
        <a:bodyPr/>
        <a:lstStyle/>
        <a:p>
          <a:endParaRPr lang="en-US"/>
        </a:p>
      </dgm:t>
    </dgm:pt>
    <dgm:pt modelId="{A04DB37D-5799-476C-A89E-683764D26255}">
      <dgm:prSet/>
      <dgm:spPr/>
      <dgm:t>
        <a:bodyPr/>
        <a:lstStyle/>
        <a:p>
          <a:r>
            <a:rPr lang="en-US" dirty="0"/>
            <a:t>- Risk Reduction: Improved alignment with Global Security Policy.</a:t>
          </a:r>
        </a:p>
      </dgm:t>
    </dgm:pt>
    <dgm:pt modelId="{AE56CBA5-D321-43A6-9997-796AD68FCD49}" type="parTrans" cxnId="{A64A40C9-82AA-4E66-AF6D-158A410F173F}">
      <dgm:prSet/>
      <dgm:spPr/>
      <dgm:t>
        <a:bodyPr/>
        <a:lstStyle/>
        <a:p>
          <a:endParaRPr lang="en-US"/>
        </a:p>
      </dgm:t>
    </dgm:pt>
    <dgm:pt modelId="{A02B6141-5F23-4FBB-BF12-3C7B64BD872C}" type="sibTrans" cxnId="{A64A40C9-82AA-4E66-AF6D-158A410F173F}">
      <dgm:prSet/>
      <dgm:spPr/>
      <dgm:t>
        <a:bodyPr/>
        <a:lstStyle/>
        <a:p>
          <a:endParaRPr lang="en-US"/>
        </a:p>
      </dgm:t>
    </dgm:pt>
    <dgm:pt modelId="{826B9955-58D8-412A-948F-B8B4F8FCABB8}">
      <dgm:prSet/>
      <dgm:spPr/>
      <dgm:t>
        <a:bodyPr/>
        <a:lstStyle/>
        <a:p>
          <a:r>
            <a:rPr lang="en-US" dirty="0"/>
            <a:t>Summary:</a:t>
          </a:r>
        </a:p>
      </dgm:t>
    </dgm:pt>
    <dgm:pt modelId="{FB385F63-4D47-46D7-9F1B-BC93E2A34BA4}" type="parTrans" cxnId="{9E028CFD-C16E-47E7-B70C-280053103226}">
      <dgm:prSet/>
      <dgm:spPr/>
      <dgm:t>
        <a:bodyPr/>
        <a:lstStyle/>
        <a:p>
          <a:endParaRPr lang="en-US"/>
        </a:p>
      </dgm:t>
    </dgm:pt>
    <dgm:pt modelId="{4F7305F6-2C0D-40F6-B39B-2D3BF6245DB2}" type="sibTrans" cxnId="{9E028CFD-C16E-47E7-B70C-280053103226}">
      <dgm:prSet/>
      <dgm:spPr/>
      <dgm:t>
        <a:bodyPr/>
        <a:lstStyle/>
        <a:p>
          <a:endParaRPr lang="en-US"/>
        </a:p>
      </dgm:t>
    </dgm:pt>
    <dgm:pt modelId="{4E2E4215-D478-4430-B991-3F8445B862FA}">
      <dgm:prSet/>
      <dgm:spPr/>
      <dgm:t>
        <a:bodyPr/>
        <a:lstStyle/>
        <a:p>
          <a:r>
            <a:rPr lang="en-US" dirty="0"/>
            <a:t>- Comprehensive deployment plan tailored to company culture.</a:t>
          </a:r>
        </a:p>
      </dgm:t>
    </dgm:pt>
    <dgm:pt modelId="{4FA32998-F2E9-4EEE-95F3-790D7A5FD122}" type="parTrans" cxnId="{6D8797C1-8E28-4340-A25D-1BD33CB0B8A9}">
      <dgm:prSet/>
      <dgm:spPr/>
      <dgm:t>
        <a:bodyPr/>
        <a:lstStyle/>
        <a:p>
          <a:endParaRPr lang="en-US"/>
        </a:p>
      </dgm:t>
    </dgm:pt>
    <dgm:pt modelId="{382977DF-3B84-4F26-BA95-049071976C16}" type="sibTrans" cxnId="{6D8797C1-8E28-4340-A25D-1BD33CB0B8A9}">
      <dgm:prSet/>
      <dgm:spPr/>
      <dgm:t>
        <a:bodyPr/>
        <a:lstStyle/>
        <a:p>
          <a:endParaRPr lang="en-US"/>
        </a:p>
      </dgm:t>
    </dgm:pt>
    <dgm:pt modelId="{E098E6CB-9284-4E80-BAA6-73CBBDA75B22}">
      <dgm:prSet/>
      <dgm:spPr/>
      <dgm:t>
        <a:bodyPr/>
        <a:lstStyle/>
        <a:p>
          <a:r>
            <a:rPr lang="en-US" dirty="0"/>
            <a:t>- Effective communication and tracking methods.</a:t>
          </a:r>
        </a:p>
      </dgm:t>
    </dgm:pt>
    <dgm:pt modelId="{9BC5D811-6A18-4594-915C-082249C6E665}" type="parTrans" cxnId="{596F0908-27A7-46FE-9D80-20C3277DB0E9}">
      <dgm:prSet/>
      <dgm:spPr/>
      <dgm:t>
        <a:bodyPr/>
        <a:lstStyle/>
        <a:p>
          <a:endParaRPr lang="en-US"/>
        </a:p>
      </dgm:t>
    </dgm:pt>
    <dgm:pt modelId="{20026677-A2A8-42CE-A539-6F14BD02CA24}" type="sibTrans" cxnId="{596F0908-27A7-46FE-9D80-20C3277DB0E9}">
      <dgm:prSet/>
      <dgm:spPr/>
      <dgm:t>
        <a:bodyPr/>
        <a:lstStyle/>
        <a:p>
          <a:endParaRPr lang="en-US"/>
        </a:p>
      </dgm:t>
    </dgm:pt>
    <dgm:pt modelId="{BF7488BF-12F2-4C18-8B79-BC7B14F8F9A2}" type="pres">
      <dgm:prSet presAssocID="{589CC281-F0B2-4813-B5C5-E4CE26F7D44A}" presName="vert0" presStyleCnt="0">
        <dgm:presLayoutVars>
          <dgm:dir/>
          <dgm:animOne val="branch"/>
          <dgm:animLvl val="lvl"/>
        </dgm:presLayoutVars>
      </dgm:prSet>
      <dgm:spPr/>
    </dgm:pt>
    <dgm:pt modelId="{F7F81499-9AA1-4ECF-9F96-A879369037AC}" type="pres">
      <dgm:prSet presAssocID="{70CA2671-C753-4E29-8AB9-73D025E80986}" presName="thickLine" presStyleLbl="alignNode1" presStyleIdx="0" presStyleCnt="7"/>
      <dgm:spPr/>
    </dgm:pt>
    <dgm:pt modelId="{A1B0CCFB-E6A3-44EC-8269-BFBDA02E619B}" type="pres">
      <dgm:prSet presAssocID="{70CA2671-C753-4E29-8AB9-73D025E80986}" presName="horz1" presStyleCnt="0"/>
      <dgm:spPr/>
    </dgm:pt>
    <dgm:pt modelId="{2B0DB695-418C-4061-8422-9B1FBA61AFAB}" type="pres">
      <dgm:prSet presAssocID="{70CA2671-C753-4E29-8AB9-73D025E80986}" presName="tx1" presStyleLbl="revTx" presStyleIdx="0" presStyleCnt="7"/>
      <dgm:spPr/>
    </dgm:pt>
    <dgm:pt modelId="{B7EB8CEE-67AD-4BED-A8D2-A27B3B7560BC}" type="pres">
      <dgm:prSet presAssocID="{70CA2671-C753-4E29-8AB9-73D025E80986}" presName="vert1" presStyleCnt="0"/>
      <dgm:spPr/>
    </dgm:pt>
    <dgm:pt modelId="{664B2203-C267-4A61-95AC-9C71AE08C4DF}" type="pres">
      <dgm:prSet presAssocID="{DF46C258-BA7B-4773-9427-2F6814210AF9}" presName="thickLine" presStyleLbl="alignNode1" presStyleIdx="1" presStyleCnt="7"/>
      <dgm:spPr/>
    </dgm:pt>
    <dgm:pt modelId="{6DC0A9E9-DE80-4153-95FD-E8997F2293D2}" type="pres">
      <dgm:prSet presAssocID="{DF46C258-BA7B-4773-9427-2F6814210AF9}" presName="horz1" presStyleCnt="0"/>
      <dgm:spPr/>
    </dgm:pt>
    <dgm:pt modelId="{2FDE6E12-7379-40F1-A267-43FBE691830E}" type="pres">
      <dgm:prSet presAssocID="{DF46C258-BA7B-4773-9427-2F6814210AF9}" presName="tx1" presStyleLbl="revTx" presStyleIdx="1" presStyleCnt="7"/>
      <dgm:spPr/>
    </dgm:pt>
    <dgm:pt modelId="{3FCF8E55-0CF3-433B-A4FB-0A166DEF7093}" type="pres">
      <dgm:prSet presAssocID="{DF46C258-BA7B-4773-9427-2F6814210AF9}" presName="vert1" presStyleCnt="0"/>
      <dgm:spPr/>
    </dgm:pt>
    <dgm:pt modelId="{77D8634D-C7D8-4D52-9CD2-E941E1FE7925}" type="pres">
      <dgm:prSet presAssocID="{C7EA3686-8330-424E-ABA9-F70F1BCE0F0B}" presName="thickLine" presStyleLbl="alignNode1" presStyleIdx="2" presStyleCnt="7"/>
      <dgm:spPr/>
    </dgm:pt>
    <dgm:pt modelId="{0C014998-537B-44A8-A770-19D09860F22F}" type="pres">
      <dgm:prSet presAssocID="{C7EA3686-8330-424E-ABA9-F70F1BCE0F0B}" presName="horz1" presStyleCnt="0"/>
      <dgm:spPr/>
    </dgm:pt>
    <dgm:pt modelId="{F0790089-0F29-42FE-8CC0-8A075CFCDDD0}" type="pres">
      <dgm:prSet presAssocID="{C7EA3686-8330-424E-ABA9-F70F1BCE0F0B}" presName="tx1" presStyleLbl="revTx" presStyleIdx="2" presStyleCnt="7"/>
      <dgm:spPr/>
    </dgm:pt>
    <dgm:pt modelId="{EF124C6E-7ECA-49A7-AE00-32A03C5A44D2}" type="pres">
      <dgm:prSet presAssocID="{C7EA3686-8330-424E-ABA9-F70F1BCE0F0B}" presName="vert1" presStyleCnt="0"/>
      <dgm:spPr/>
    </dgm:pt>
    <dgm:pt modelId="{4DD582AA-5A68-4944-B2FF-A9791B5A18BD}" type="pres">
      <dgm:prSet presAssocID="{A04DB37D-5799-476C-A89E-683764D26255}" presName="thickLine" presStyleLbl="alignNode1" presStyleIdx="3" presStyleCnt="7"/>
      <dgm:spPr/>
    </dgm:pt>
    <dgm:pt modelId="{B370644C-3FF1-48D5-AC73-9DD13DB3E63F}" type="pres">
      <dgm:prSet presAssocID="{A04DB37D-5799-476C-A89E-683764D26255}" presName="horz1" presStyleCnt="0"/>
      <dgm:spPr/>
    </dgm:pt>
    <dgm:pt modelId="{A8F0362F-C411-4301-BB32-C62563703C62}" type="pres">
      <dgm:prSet presAssocID="{A04DB37D-5799-476C-A89E-683764D26255}" presName="tx1" presStyleLbl="revTx" presStyleIdx="3" presStyleCnt="7"/>
      <dgm:spPr/>
    </dgm:pt>
    <dgm:pt modelId="{809B51A1-6A9A-45B9-A118-BABFD5194808}" type="pres">
      <dgm:prSet presAssocID="{A04DB37D-5799-476C-A89E-683764D26255}" presName="vert1" presStyleCnt="0"/>
      <dgm:spPr/>
    </dgm:pt>
    <dgm:pt modelId="{614FA5BD-1955-4D82-882A-547E7EE629BB}" type="pres">
      <dgm:prSet presAssocID="{826B9955-58D8-412A-948F-B8B4F8FCABB8}" presName="thickLine" presStyleLbl="alignNode1" presStyleIdx="4" presStyleCnt="7"/>
      <dgm:spPr/>
    </dgm:pt>
    <dgm:pt modelId="{F2191570-BD8F-4B05-944C-69B29BF5CABD}" type="pres">
      <dgm:prSet presAssocID="{826B9955-58D8-412A-948F-B8B4F8FCABB8}" presName="horz1" presStyleCnt="0"/>
      <dgm:spPr/>
    </dgm:pt>
    <dgm:pt modelId="{91717B53-C5E1-4493-9008-FE2CAC646E3D}" type="pres">
      <dgm:prSet presAssocID="{826B9955-58D8-412A-948F-B8B4F8FCABB8}" presName="tx1" presStyleLbl="revTx" presStyleIdx="4" presStyleCnt="7"/>
      <dgm:spPr/>
    </dgm:pt>
    <dgm:pt modelId="{6BBA421B-F41E-4A7F-8D49-60558B3CCDDA}" type="pres">
      <dgm:prSet presAssocID="{826B9955-58D8-412A-948F-B8B4F8FCABB8}" presName="vert1" presStyleCnt="0"/>
      <dgm:spPr/>
    </dgm:pt>
    <dgm:pt modelId="{9C9DE8CC-8D2D-4E22-B4C1-623B9600B3A9}" type="pres">
      <dgm:prSet presAssocID="{4E2E4215-D478-4430-B991-3F8445B862FA}" presName="thickLine" presStyleLbl="alignNode1" presStyleIdx="5" presStyleCnt="7"/>
      <dgm:spPr/>
    </dgm:pt>
    <dgm:pt modelId="{A6A43E6D-95DD-4FAE-89BD-8433B0FEC6F4}" type="pres">
      <dgm:prSet presAssocID="{4E2E4215-D478-4430-B991-3F8445B862FA}" presName="horz1" presStyleCnt="0"/>
      <dgm:spPr/>
    </dgm:pt>
    <dgm:pt modelId="{DF6DD35B-57CD-405D-B3E3-7854832F9371}" type="pres">
      <dgm:prSet presAssocID="{4E2E4215-D478-4430-B991-3F8445B862FA}" presName="tx1" presStyleLbl="revTx" presStyleIdx="5" presStyleCnt="7"/>
      <dgm:spPr/>
    </dgm:pt>
    <dgm:pt modelId="{A7DE0A7E-CF6F-4A4A-82B1-E3D109FEB6C0}" type="pres">
      <dgm:prSet presAssocID="{4E2E4215-D478-4430-B991-3F8445B862FA}" presName="vert1" presStyleCnt="0"/>
      <dgm:spPr/>
    </dgm:pt>
    <dgm:pt modelId="{7EC5857F-93CB-4803-8D28-603621548EB0}" type="pres">
      <dgm:prSet presAssocID="{E098E6CB-9284-4E80-BAA6-73CBBDA75B22}" presName="thickLine" presStyleLbl="alignNode1" presStyleIdx="6" presStyleCnt="7" custLinFactNeighborX="672" custLinFactNeighborY="3270"/>
      <dgm:spPr/>
    </dgm:pt>
    <dgm:pt modelId="{17C35932-F9DF-4FB4-8411-ED2E74AF60D2}" type="pres">
      <dgm:prSet presAssocID="{E098E6CB-9284-4E80-BAA6-73CBBDA75B22}" presName="horz1" presStyleCnt="0"/>
      <dgm:spPr/>
    </dgm:pt>
    <dgm:pt modelId="{7DE6D767-A1CA-476E-A208-B96D5C54A3E2}" type="pres">
      <dgm:prSet presAssocID="{E098E6CB-9284-4E80-BAA6-73CBBDA75B22}" presName="tx1" presStyleLbl="revTx" presStyleIdx="6" presStyleCnt="7"/>
      <dgm:spPr/>
    </dgm:pt>
    <dgm:pt modelId="{0F356D89-0AF4-4660-A8ED-43C5E3CC086B}" type="pres">
      <dgm:prSet presAssocID="{E098E6CB-9284-4E80-BAA6-73CBBDA75B22}" presName="vert1" presStyleCnt="0"/>
      <dgm:spPr/>
    </dgm:pt>
  </dgm:ptLst>
  <dgm:cxnLst>
    <dgm:cxn modelId="{23BFBF00-A8C6-4065-81C9-BFC82673A00D}" type="presOf" srcId="{589CC281-F0B2-4813-B5C5-E4CE26F7D44A}" destId="{BF7488BF-12F2-4C18-8B79-BC7B14F8F9A2}" srcOrd="0" destOrd="0" presId="urn:microsoft.com/office/officeart/2008/layout/LinedList"/>
    <dgm:cxn modelId="{ED9F6E01-1BC0-40EE-AC77-5ED7F7738B4C}" type="presOf" srcId="{4E2E4215-D478-4430-B991-3F8445B862FA}" destId="{DF6DD35B-57CD-405D-B3E3-7854832F9371}" srcOrd="0" destOrd="0" presId="urn:microsoft.com/office/officeart/2008/layout/LinedList"/>
    <dgm:cxn modelId="{2B1FD202-01E2-49B9-B5AC-1474D51B85B5}" type="presOf" srcId="{70CA2671-C753-4E29-8AB9-73D025E80986}" destId="{2B0DB695-418C-4061-8422-9B1FBA61AFAB}" srcOrd="0" destOrd="0" presId="urn:microsoft.com/office/officeart/2008/layout/LinedList"/>
    <dgm:cxn modelId="{596F0908-27A7-46FE-9D80-20C3277DB0E9}" srcId="{589CC281-F0B2-4813-B5C5-E4CE26F7D44A}" destId="{E098E6CB-9284-4E80-BAA6-73CBBDA75B22}" srcOrd="6" destOrd="0" parTransId="{9BC5D811-6A18-4594-915C-082249C6E665}" sibTransId="{20026677-A2A8-42CE-A539-6F14BD02CA24}"/>
    <dgm:cxn modelId="{7C1A6711-594A-4386-9FFF-915CE1DEFFD0}" srcId="{589CC281-F0B2-4813-B5C5-E4CE26F7D44A}" destId="{70CA2671-C753-4E29-8AB9-73D025E80986}" srcOrd="0" destOrd="0" parTransId="{00AA4C1B-7107-4379-8213-15780BB24FCC}" sibTransId="{C24E85B3-99E7-439A-9469-06CD98E01796}"/>
    <dgm:cxn modelId="{9EFFCB11-E201-41B1-99D4-E3F5E8D427EC}" type="presOf" srcId="{E098E6CB-9284-4E80-BAA6-73CBBDA75B22}" destId="{7DE6D767-A1CA-476E-A208-B96D5C54A3E2}" srcOrd="0" destOrd="0" presId="urn:microsoft.com/office/officeart/2008/layout/LinedList"/>
    <dgm:cxn modelId="{61B68656-8A48-4906-9E7B-03C0AC250403}" type="presOf" srcId="{C7EA3686-8330-424E-ABA9-F70F1BCE0F0B}" destId="{F0790089-0F29-42FE-8CC0-8A075CFCDDD0}" srcOrd="0" destOrd="0" presId="urn:microsoft.com/office/officeart/2008/layout/LinedList"/>
    <dgm:cxn modelId="{AB27879E-4A69-47C9-8C12-0F97300658CE}" type="presOf" srcId="{826B9955-58D8-412A-948F-B8B4F8FCABB8}" destId="{91717B53-C5E1-4493-9008-FE2CAC646E3D}" srcOrd="0" destOrd="0" presId="urn:microsoft.com/office/officeart/2008/layout/LinedList"/>
    <dgm:cxn modelId="{C58626A3-9F8C-4CFD-8B9F-941287BB9F3B}" type="presOf" srcId="{DF46C258-BA7B-4773-9427-2F6814210AF9}" destId="{2FDE6E12-7379-40F1-A267-43FBE691830E}" srcOrd="0" destOrd="0" presId="urn:microsoft.com/office/officeart/2008/layout/LinedList"/>
    <dgm:cxn modelId="{1FBE19B1-F083-4CE2-ADAE-9D20A03BB885}" type="presOf" srcId="{A04DB37D-5799-476C-A89E-683764D26255}" destId="{A8F0362F-C411-4301-BB32-C62563703C62}" srcOrd="0" destOrd="0" presId="urn:microsoft.com/office/officeart/2008/layout/LinedList"/>
    <dgm:cxn modelId="{6D8797C1-8E28-4340-A25D-1BD33CB0B8A9}" srcId="{589CC281-F0B2-4813-B5C5-E4CE26F7D44A}" destId="{4E2E4215-D478-4430-B991-3F8445B862FA}" srcOrd="5" destOrd="0" parTransId="{4FA32998-F2E9-4EEE-95F3-790D7A5FD122}" sibTransId="{382977DF-3B84-4F26-BA95-049071976C16}"/>
    <dgm:cxn modelId="{A64A40C9-82AA-4E66-AF6D-158A410F173F}" srcId="{589CC281-F0B2-4813-B5C5-E4CE26F7D44A}" destId="{A04DB37D-5799-476C-A89E-683764D26255}" srcOrd="3" destOrd="0" parTransId="{AE56CBA5-D321-43A6-9997-796AD68FCD49}" sibTransId="{A02B6141-5F23-4FBB-BF12-3C7B64BD872C}"/>
    <dgm:cxn modelId="{7E16DFE3-1E5E-431D-837E-39F68204DFAA}" srcId="{589CC281-F0B2-4813-B5C5-E4CE26F7D44A}" destId="{DF46C258-BA7B-4773-9427-2F6814210AF9}" srcOrd="1" destOrd="0" parTransId="{1B9520D7-2364-4DF3-8B57-8ACD2FCE2426}" sibTransId="{E5DC735A-B159-4154-A0C8-EC023B1F2845}"/>
    <dgm:cxn modelId="{DEA697FB-A4D0-4016-AF76-55783F56F899}" srcId="{589CC281-F0B2-4813-B5C5-E4CE26F7D44A}" destId="{C7EA3686-8330-424E-ABA9-F70F1BCE0F0B}" srcOrd="2" destOrd="0" parTransId="{AD9164E4-F26D-4B34-B976-614480BB6B13}" sibTransId="{39FF0E31-3705-4886-B36A-F7D65BF53CAC}"/>
    <dgm:cxn modelId="{9E028CFD-C16E-47E7-B70C-280053103226}" srcId="{589CC281-F0B2-4813-B5C5-E4CE26F7D44A}" destId="{826B9955-58D8-412A-948F-B8B4F8FCABB8}" srcOrd="4" destOrd="0" parTransId="{FB385F63-4D47-46D7-9F1B-BC93E2A34BA4}" sibTransId="{4F7305F6-2C0D-40F6-B39B-2D3BF6245DB2}"/>
    <dgm:cxn modelId="{2577AAA8-B781-459F-A34B-E3B1D7520933}" type="presParOf" srcId="{BF7488BF-12F2-4C18-8B79-BC7B14F8F9A2}" destId="{F7F81499-9AA1-4ECF-9F96-A879369037AC}" srcOrd="0" destOrd="0" presId="urn:microsoft.com/office/officeart/2008/layout/LinedList"/>
    <dgm:cxn modelId="{D17646E1-12EC-4BD9-AF31-977F4F57BB26}" type="presParOf" srcId="{BF7488BF-12F2-4C18-8B79-BC7B14F8F9A2}" destId="{A1B0CCFB-E6A3-44EC-8269-BFBDA02E619B}" srcOrd="1" destOrd="0" presId="urn:microsoft.com/office/officeart/2008/layout/LinedList"/>
    <dgm:cxn modelId="{0DA31CBB-875D-4ED7-B5ED-870FC8F88537}" type="presParOf" srcId="{A1B0CCFB-E6A3-44EC-8269-BFBDA02E619B}" destId="{2B0DB695-418C-4061-8422-9B1FBA61AFAB}" srcOrd="0" destOrd="0" presId="urn:microsoft.com/office/officeart/2008/layout/LinedList"/>
    <dgm:cxn modelId="{02133B8F-B067-449D-B19E-192C6B5D3E0F}" type="presParOf" srcId="{A1B0CCFB-E6A3-44EC-8269-BFBDA02E619B}" destId="{B7EB8CEE-67AD-4BED-A8D2-A27B3B7560BC}" srcOrd="1" destOrd="0" presId="urn:microsoft.com/office/officeart/2008/layout/LinedList"/>
    <dgm:cxn modelId="{49F6E46B-E185-49F8-99FD-AFB146981633}" type="presParOf" srcId="{BF7488BF-12F2-4C18-8B79-BC7B14F8F9A2}" destId="{664B2203-C267-4A61-95AC-9C71AE08C4DF}" srcOrd="2" destOrd="0" presId="urn:microsoft.com/office/officeart/2008/layout/LinedList"/>
    <dgm:cxn modelId="{3B4B1106-1432-49B5-B973-B1D83A93DA6C}" type="presParOf" srcId="{BF7488BF-12F2-4C18-8B79-BC7B14F8F9A2}" destId="{6DC0A9E9-DE80-4153-95FD-E8997F2293D2}" srcOrd="3" destOrd="0" presId="urn:microsoft.com/office/officeart/2008/layout/LinedList"/>
    <dgm:cxn modelId="{C013E2A6-95F7-4299-BEE4-CC68B3A2B730}" type="presParOf" srcId="{6DC0A9E9-DE80-4153-95FD-E8997F2293D2}" destId="{2FDE6E12-7379-40F1-A267-43FBE691830E}" srcOrd="0" destOrd="0" presId="urn:microsoft.com/office/officeart/2008/layout/LinedList"/>
    <dgm:cxn modelId="{6A189F63-343B-4423-AE74-B3DCB8668BA0}" type="presParOf" srcId="{6DC0A9E9-DE80-4153-95FD-E8997F2293D2}" destId="{3FCF8E55-0CF3-433B-A4FB-0A166DEF7093}" srcOrd="1" destOrd="0" presId="urn:microsoft.com/office/officeart/2008/layout/LinedList"/>
    <dgm:cxn modelId="{A83D6D21-8075-43B9-A892-E7DB39287765}" type="presParOf" srcId="{BF7488BF-12F2-4C18-8B79-BC7B14F8F9A2}" destId="{77D8634D-C7D8-4D52-9CD2-E941E1FE7925}" srcOrd="4" destOrd="0" presId="urn:microsoft.com/office/officeart/2008/layout/LinedList"/>
    <dgm:cxn modelId="{FDAC5E52-F6BA-4EE4-851F-C4D68654FBCA}" type="presParOf" srcId="{BF7488BF-12F2-4C18-8B79-BC7B14F8F9A2}" destId="{0C014998-537B-44A8-A770-19D09860F22F}" srcOrd="5" destOrd="0" presId="urn:microsoft.com/office/officeart/2008/layout/LinedList"/>
    <dgm:cxn modelId="{5843B880-273B-4F6C-871C-A2CA05AAB845}" type="presParOf" srcId="{0C014998-537B-44A8-A770-19D09860F22F}" destId="{F0790089-0F29-42FE-8CC0-8A075CFCDDD0}" srcOrd="0" destOrd="0" presId="urn:microsoft.com/office/officeart/2008/layout/LinedList"/>
    <dgm:cxn modelId="{13C0F3E8-2F5A-4F3E-AE71-3FC12BA42B70}" type="presParOf" srcId="{0C014998-537B-44A8-A770-19D09860F22F}" destId="{EF124C6E-7ECA-49A7-AE00-32A03C5A44D2}" srcOrd="1" destOrd="0" presId="urn:microsoft.com/office/officeart/2008/layout/LinedList"/>
    <dgm:cxn modelId="{63DFC369-BB73-4200-8D54-72DBE3471DF8}" type="presParOf" srcId="{BF7488BF-12F2-4C18-8B79-BC7B14F8F9A2}" destId="{4DD582AA-5A68-4944-B2FF-A9791B5A18BD}" srcOrd="6" destOrd="0" presId="urn:microsoft.com/office/officeart/2008/layout/LinedList"/>
    <dgm:cxn modelId="{6822B462-DE89-4599-BC15-BF5F2AC96080}" type="presParOf" srcId="{BF7488BF-12F2-4C18-8B79-BC7B14F8F9A2}" destId="{B370644C-3FF1-48D5-AC73-9DD13DB3E63F}" srcOrd="7" destOrd="0" presId="urn:microsoft.com/office/officeart/2008/layout/LinedList"/>
    <dgm:cxn modelId="{984CEF5C-203A-4C3D-B8BB-29640B6BE4EB}" type="presParOf" srcId="{B370644C-3FF1-48D5-AC73-9DD13DB3E63F}" destId="{A8F0362F-C411-4301-BB32-C62563703C62}" srcOrd="0" destOrd="0" presId="urn:microsoft.com/office/officeart/2008/layout/LinedList"/>
    <dgm:cxn modelId="{58E89AB2-EDF0-41C5-A082-B86E6FFF932F}" type="presParOf" srcId="{B370644C-3FF1-48D5-AC73-9DD13DB3E63F}" destId="{809B51A1-6A9A-45B9-A118-BABFD5194808}" srcOrd="1" destOrd="0" presId="urn:microsoft.com/office/officeart/2008/layout/LinedList"/>
    <dgm:cxn modelId="{DEB78E5B-D7FF-457D-9C7E-201208DEB05B}" type="presParOf" srcId="{BF7488BF-12F2-4C18-8B79-BC7B14F8F9A2}" destId="{614FA5BD-1955-4D82-882A-547E7EE629BB}" srcOrd="8" destOrd="0" presId="urn:microsoft.com/office/officeart/2008/layout/LinedList"/>
    <dgm:cxn modelId="{4440CFE8-BF68-48C3-BC9E-13A1E5B46D18}" type="presParOf" srcId="{BF7488BF-12F2-4C18-8B79-BC7B14F8F9A2}" destId="{F2191570-BD8F-4B05-944C-69B29BF5CABD}" srcOrd="9" destOrd="0" presId="urn:microsoft.com/office/officeart/2008/layout/LinedList"/>
    <dgm:cxn modelId="{772276A3-23FE-45DE-B8A5-A132907BA967}" type="presParOf" srcId="{F2191570-BD8F-4B05-944C-69B29BF5CABD}" destId="{91717B53-C5E1-4493-9008-FE2CAC646E3D}" srcOrd="0" destOrd="0" presId="urn:microsoft.com/office/officeart/2008/layout/LinedList"/>
    <dgm:cxn modelId="{A4312CFA-B72F-49A6-AC3A-E4C90817ABC6}" type="presParOf" srcId="{F2191570-BD8F-4B05-944C-69B29BF5CABD}" destId="{6BBA421B-F41E-4A7F-8D49-60558B3CCDDA}" srcOrd="1" destOrd="0" presId="urn:microsoft.com/office/officeart/2008/layout/LinedList"/>
    <dgm:cxn modelId="{31CA9246-7F85-43C5-B9B0-4A9A55D84A5B}" type="presParOf" srcId="{BF7488BF-12F2-4C18-8B79-BC7B14F8F9A2}" destId="{9C9DE8CC-8D2D-4E22-B4C1-623B9600B3A9}" srcOrd="10" destOrd="0" presId="urn:microsoft.com/office/officeart/2008/layout/LinedList"/>
    <dgm:cxn modelId="{D602FE67-647D-441A-97CE-3643D60F3CCD}" type="presParOf" srcId="{BF7488BF-12F2-4C18-8B79-BC7B14F8F9A2}" destId="{A6A43E6D-95DD-4FAE-89BD-8433B0FEC6F4}" srcOrd="11" destOrd="0" presId="urn:microsoft.com/office/officeart/2008/layout/LinedList"/>
    <dgm:cxn modelId="{C72ABF6D-77E8-4433-9231-6C933B3CB785}" type="presParOf" srcId="{A6A43E6D-95DD-4FAE-89BD-8433B0FEC6F4}" destId="{DF6DD35B-57CD-405D-B3E3-7854832F9371}" srcOrd="0" destOrd="0" presId="urn:microsoft.com/office/officeart/2008/layout/LinedList"/>
    <dgm:cxn modelId="{8F7D7DA1-D147-4526-B9AD-44233A72A7A8}" type="presParOf" srcId="{A6A43E6D-95DD-4FAE-89BD-8433B0FEC6F4}" destId="{A7DE0A7E-CF6F-4A4A-82B1-E3D109FEB6C0}" srcOrd="1" destOrd="0" presId="urn:microsoft.com/office/officeart/2008/layout/LinedList"/>
    <dgm:cxn modelId="{C75E1AF6-B3BC-4238-ACDA-DBE09F0AAEBE}" type="presParOf" srcId="{BF7488BF-12F2-4C18-8B79-BC7B14F8F9A2}" destId="{7EC5857F-93CB-4803-8D28-603621548EB0}" srcOrd="12" destOrd="0" presId="urn:microsoft.com/office/officeart/2008/layout/LinedList"/>
    <dgm:cxn modelId="{1E421D1A-26E9-4884-B7FB-1E408FCD449C}" type="presParOf" srcId="{BF7488BF-12F2-4C18-8B79-BC7B14F8F9A2}" destId="{17C35932-F9DF-4FB4-8411-ED2E74AF60D2}" srcOrd="13" destOrd="0" presId="urn:microsoft.com/office/officeart/2008/layout/LinedList"/>
    <dgm:cxn modelId="{63CB2B4F-40E7-4D68-A3B4-49306D4002C6}" type="presParOf" srcId="{17C35932-F9DF-4FB4-8411-ED2E74AF60D2}" destId="{7DE6D767-A1CA-476E-A208-B96D5C54A3E2}" srcOrd="0" destOrd="0" presId="urn:microsoft.com/office/officeart/2008/layout/LinedList"/>
    <dgm:cxn modelId="{0C7657A5-9803-4246-93A3-7087A7EA967B}" type="presParOf" srcId="{17C35932-F9DF-4FB4-8411-ED2E74AF60D2}" destId="{0F356D89-0AF4-4660-A8ED-43C5E3CC086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283D747-E9EA-45B9-9FCC-A66878BB42D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721C2E-4D5C-41DE-BD0F-AAA070E4A819}">
      <dgm:prSet/>
      <dgm:spPr/>
      <dgm:t>
        <a:bodyPr/>
        <a:lstStyle/>
        <a:p>
          <a:r>
            <a:rPr lang="en-US"/>
            <a:t>Objective:</a:t>
          </a:r>
        </a:p>
      </dgm:t>
    </dgm:pt>
    <dgm:pt modelId="{6C6B4BA6-AD86-417B-8CB2-16AE11C7C059}" type="parTrans" cxnId="{BAB89DFA-F595-42C2-8BCF-CCA5D499250B}">
      <dgm:prSet/>
      <dgm:spPr/>
      <dgm:t>
        <a:bodyPr/>
        <a:lstStyle/>
        <a:p>
          <a:endParaRPr lang="en-US"/>
        </a:p>
      </dgm:t>
    </dgm:pt>
    <dgm:pt modelId="{76B16572-7C73-407C-80FC-AE922EDFCAF0}" type="sibTrans" cxnId="{BAB89DFA-F595-42C2-8BCF-CCA5D499250B}">
      <dgm:prSet/>
      <dgm:spPr/>
      <dgm:t>
        <a:bodyPr/>
        <a:lstStyle/>
        <a:p>
          <a:endParaRPr lang="en-US"/>
        </a:p>
      </dgm:t>
    </dgm:pt>
    <dgm:pt modelId="{D190D26B-0D06-4D19-822A-F144A6810FDE}">
      <dgm:prSet/>
      <dgm:spPr/>
      <dgm:t>
        <a:bodyPr/>
        <a:lstStyle/>
        <a:p>
          <a:r>
            <a:rPr lang="en-US" dirty="0"/>
            <a:t>Address recent phishing incidents effectively.</a:t>
          </a:r>
        </a:p>
      </dgm:t>
    </dgm:pt>
    <dgm:pt modelId="{28C94EF5-7950-4A1E-92F8-88D2A1540295}" type="parTrans" cxnId="{E6B8A637-2767-4721-9217-AA0A951841D3}">
      <dgm:prSet/>
      <dgm:spPr/>
      <dgm:t>
        <a:bodyPr/>
        <a:lstStyle/>
        <a:p>
          <a:endParaRPr lang="en-US"/>
        </a:p>
      </dgm:t>
    </dgm:pt>
    <dgm:pt modelId="{806B2808-1786-4CC3-B903-A7C6112898F8}" type="sibTrans" cxnId="{E6B8A637-2767-4721-9217-AA0A951841D3}">
      <dgm:prSet/>
      <dgm:spPr/>
      <dgm:t>
        <a:bodyPr/>
        <a:lstStyle/>
        <a:p>
          <a:endParaRPr lang="en-US"/>
        </a:p>
      </dgm:t>
    </dgm:pt>
    <dgm:pt modelId="{5B74C84C-FB32-4AB4-AE49-8A18AADF5820}">
      <dgm:prSet/>
      <dgm:spPr/>
      <dgm:t>
        <a:bodyPr/>
        <a:lstStyle/>
        <a:p>
          <a:r>
            <a:rPr lang="en-US"/>
            <a:t>Enhance employee awareness and responsiveness to cybersecurity threats.</a:t>
          </a:r>
        </a:p>
      </dgm:t>
    </dgm:pt>
    <dgm:pt modelId="{E8D5ADC1-6241-492C-B09F-7A1D0421A51E}" type="parTrans" cxnId="{AA4638FC-4EE3-49CD-BED1-BFC109C79085}">
      <dgm:prSet/>
      <dgm:spPr/>
      <dgm:t>
        <a:bodyPr/>
        <a:lstStyle/>
        <a:p>
          <a:endParaRPr lang="en-US"/>
        </a:p>
      </dgm:t>
    </dgm:pt>
    <dgm:pt modelId="{CE387F7D-1F6A-4C8D-B9B9-6BEA4B86B54B}" type="sibTrans" cxnId="{AA4638FC-4EE3-49CD-BED1-BFC109C79085}">
      <dgm:prSet/>
      <dgm:spPr/>
      <dgm:t>
        <a:bodyPr/>
        <a:lstStyle/>
        <a:p>
          <a:endParaRPr lang="en-US"/>
        </a:p>
      </dgm:t>
    </dgm:pt>
    <dgm:pt modelId="{B2F01894-6F4D-4C80-BB58-576D1BFB24DD}">
      <dgm:prSet/>
      <dgm:spPr/>
      <dgm:t>
        <a:bodyPr/>
        <a:lstStyle/>
        <a:p>
          <a:r>
            <a:rPr lang="en-US"/>
            <a:t>What the Plan Covers:</a:t>
          </a:r>
        </a:p>
      </dgm:t>
    </dgm:pt>
    <dgm:pt modelId="{D4C7A63A-0BFD-43A3-807B-D6D97FF05C10}" type="parTrans" cxnId="{22A40B6B-F6F3-4819-9A8E-9F058C372B32}">
      <dgm:prSet/>
      <dgm:spPr/>
      <dgm:t>
        <a:bodyPr/>
        <a:lstStyle/>
        <a:p>
          <a:endParaRPr lang="en-US"/>
        </a:p>
      </dgm:t>
    </dgm:pt>
    <dgm:pt modelId="{ABD43522-043C-47ED-80C2-4F955F22DDE9}" type="sibTrans" cxnId="{22A40B6B-F6F3-4819-9A8E-9F058C372B32}">
      <dgm:prSet/>
      <dgm:spPr/>
      <dgm:t>
        <a:bodyPr/>
        <a:lstStyle/>
        <a:p>
          <a:endParaRPr lang="en-US"/>
        </a:p>
      </dgm:t>
    </dgm:pt>
    <dgm:pt modelId="{E8CC2F5E-98E8-4AB3-A8BB-F41B1C9498A8}">
      <dgm:prSet/>
      <dgm:spPr/>
      <dgm:t>
        <a:bodyPr/>
        <a:lstStyle/>
        <a:p>
          <a:r>
            <a:rPr lang="en-US" dirty="0"/>
            <a:t>Phishing Campaign Analysis: Insights from recent incidents, including risks and lessons learned.</a:t>
          </a:r>
        </a:p>
      </dgm:t>
    </dgm:pt>
    <dgm:pt modelId="{931E8631-BDFF-48F1-9C4F-93D8DB928827}" type="parTrans" cxnId="{BF548324-CA88-4286-8E52-92B0591DEC73}">
      <dgm:prSet/>
      <dgm:spPr/>
      <dgm:t>
        <a:bodyPr/>
        <a:lstStyle/>
        <a:p>
          <a:endParaRPr lang="en-US"/>
        </a:p>
      </dgm:t>
    </dgm:pt>
    <dgm:pt modelId="{6E37857A-A380-4582-90C1-135030C44075}" type="sibTrans" cxnId="{BF548324-CA88-4286-8E52-92B0591DEC73}">
      <dgm:prSet/>
      <dgm:spPr/>
      <dgm:t>
        <a:bodyPr/>
        <a:lstStyle/>
        <a:p>
          <a:endParaRPr lang="en-US"/>
        </a:p>
      </dgm:t>
    </dgm:pt>
    <dgm:pt modelId="{B5A78536-F4CC-4CE1-9525-999793841419}">
      <dgm:prSet/>
      <dgm:spPr/>
      <dgm:t>
        <a:bodyPr/>
        <a:lstStyle/>
        <a:p>
          <a:r>
            <a:rPr lang="en-US" dirty="0"/>
            <a:t>Communication Strategy: Clear guidelines on reporting threats and staying vigilant.</a:t>
          </a:r>
        </a:p>
      </dgm:t>
    </dgm:pt>
    <dgm:pt modelId="{DC5D2AEB-84E4-4832-9BAC-87AA9E79421D}" type="parTrans" cxnId="{200B7A42-7CFC-47C8-B822-EE7AB61C06A8}">
      <dgm:prSet/>
      <dgm:spPr/>
      <dgm:t>
        <a:bodyPr/>
        <a:lstStyle/>
        <a:p>
          <a:endParaRPr lang="en-US"/>
        </a:p>
      </dgm:t>
    </dgm:pt>
    <dgm:pt modelId="{B1CA210F-DB10-432E-874B-5081A3F33D52}" type="sibTrans" cxnId="{200B7A42-7CFC-47C8-B822-EE7AB61C06A8}">
      <dgm:prSet/>
      <dgm:spPr/>
      <dgm:t>
        <a:bodyPr/>
        <a:lstStyle/>
        <a:p>
          <a:endParaRPr lang="en-US"/>
        </a:p>
      </dgm:t>
    </dgm:pt>
    <dgm:pt modelId="{E73F56C7-4C27-4F2A-9F1F-5792243442F9}">
      <dgm:prSet/>
      <dgm:spPr/>
      <dgm:t>
        <a:bodyPr/>
        <a:lstStyle/>
        <a:p>
          <a:r>
            <a:rPr lang="en-US"/>
            <a:t>Corrective Actions: </a:t>
          </a:r>
        </a:p>
      </dgm:t>
    </dgm:pt>
    <dgm:pt modelId="{B0BD9ED3-50D0-4D3C-B104-CD0B00AA0F9D}" type="parTrans" cxnId="{DB729B8D-ECA2-4365-ACCD-D6A5A3AAAA42}">
      <dgm:prSet/>
      <dgm:spPr/>
      <dgm:t>
        <a:bodyPr/>
        <a:lstStyle/>
        <a:p>
          <a:endParaRPr lang="en-US"/>
        </a:p>
      </dgm:t>
    </dgm:pt>
    <dgm:pt modelId="{0E2CE02F-20D8-4685-9F30-63F4FDF519EE}" type="sibTrans" cxnId="{DB729B8D-ECA2-4365-ACCD-D6A5A3AAAA42}">
      <dgm:prSet/>
      <dgm:spPr/>
      <dgm:t>
        <a:bodyPr/>
        <a:lstStyle/>
        <a:p>
          <a:endParaRPr lang="en-US"/>
        </a:p>
      </dgm:t>
    </dgm:pt>
    <dgm:pt modelId="{3B102597-6A0A-4F93-8CBA-C7D008C48C30}">
      <dgm:prSet/>
      <dgm:spPr/>
      <dgm:t>
        <a:bodyPr/>
        <a:lstStyle/>
        <a:p>
          <a:r>
            <a:rPr lang="en-US" dirty="0"/>
            <a:t>Steps for violators, employees, and the security team to prevent future incidents.</a:t>
          </a:r>
        </a:p>
      </dgm:t>
    </dgm:pt>
    <dgm:pt modelId="{954876E2-AD5E-46B6-A0ED-FAA1E48F7D97}" type="parTrans" cxnId="{7BC20BDE-65EF-414F-B5E8-5833242E834F}">
      <dgm:prSet/>
      <dgm:spPr/>
      <dgm:t>
        <a:bodyPr/>
        <a:lstStyle/>
        <a:p>
          <a:endParaRPr lang="en-US"/>
        </a:p>
      </dgm:t>
    </dgm:pt>
    <dgm:pt modelId="{5F0DE9AA-17E3-4447-BC57-851BD157FD76}" type="sibTrans" cxnId="{7BC20BDE-65EF-414F-B5E8-5833242E834F}">
      <dgm:prSet/>
      <dgm:spPr/>
      <dgm:t>
        <a:bodyPr/>
        <a:lstStyle/>
        <a:p>
          <a:endParaRPr lang="en-US"/>
        </a:p>
      </dgm:t>
    </dgm:pt>
    <dgm:pt modelId="{9D01EC3D-ACD5-4738-9764-5D943D4FC2B3}">
      <dgm:prSet/>
      <dgm:spPr/>
      <dgm:t>
        <a:bodyPr/>
        <a:lstStyle/>
        <a:p>
          <a:r>
            <a:rPr lang="en-US"/>
            <a:t>Awareness and Training: </a:t>
          </a:r>
        </a:p>
      </dgm:t>
    </dgm:pt>
    <dgm:pt modelId="{D89FCDA2-3C5A-4D10-ADC5-46DF9015EA9B}" type="parTrans" cxnId="{F0FA0524-43C8-4078-81EC-A8A8A4E17352}">
      <dgm:prSet/>
      <dgm:spPr/>
      <dgm:t>
        <a:bodyPr/>
        <a:lstStyle/>
        <a:p>
          <a:endParaRPr lang="en-US"/>
        </a:p>
      </dgm:t>
    </dgm:pt>
    <dgm:pt modelId="{2FAF6550-E73D-4A8A-8753-52C6B33E310C}" type="sibTrans" cxnId="{F0FA0524-43C8-4078-81EC-A8A8A4E17352}">
      <dgm:prSet/>
      <dgm:spPr/>
      <dgm:t>
        <a:bodyPr/>
        <a:lstStyle/>
        <a:p>
          <a:endParaRPr lang="en-US"/>
        </a:p>
      </dgm:t>
    </dgm:pt>
    <dgm:pt modelId="{A4943025-66CB-4C33-ABA7-EAE903906E96}">
      <dgm:prSet/>
      <dgm:spPr/>
      <dgm:t>
        <a:bodyPr/>
        <a:lstStyle/>
        <a:p>
          <a:r>
            <a:rPr lang="en-US"/>
            <a:t>Interactive sessions, quizzes, and resources to build a security-first culture.</a:t>
          </a:r>
        </a:p>
      </dgm:t>
    </dgm:pt>
    <dgm:pt modelId="{3780E655-12BB-4A55-9D63-4DC68C4265F4}" type="parTrans" cxnId="{9B0DBC9C-DF82-45BC-8B60-8311324C591A}">
      <dgm:prSet/>
      <dgm:spPr/>
      <dgm:t>
        <a:bodyPr/>
        <a:lstStyle/>
        <a:p>
          <a:endParaRPr lang="en-US"/>
        </a:p>
      </dgm:t>
    </dgm:pt>
    <dgm:pt modelId="{284743AB-0544-4FCC-BC80-35AEF94BFBB1}" type="sibTrans" cxnId="{9B0DBC9C-DF82-45BC-8B60-8311324C591A}">
      <dgm:prSet/>
      <dgm:spPr/>
      <dgm:t>
        <a:bodyPr/>
        <a:lstStyle/>
        <a:p>
          <a:endParaRPr lang="en-US"/>
        </a:p>
      </dgm:t>
    </dgm:pt>
    <dgm:pt modelId="{F8C1D03D-BB12-4DD1-9702-72D8C6B453DA}">
      <dgm:prSet/>
      <dgm:spPr/>
      <dgm:t>
        <a:bodyPr/>
        <a:lstStyle/>
        <a:p>
          <a:r>
            <a:rPr lang="en-US"/>
            <a:t>Outcome:</a:t>
          </a:r>
        </a:p>
      </dgm:t>
    </dgm:pt>
    <dgm:pt modelId="{81133C27-CFCB-4DC5-A3A3-21B296899C87}" type="parTrans" cxnId="{06507B85-D406-4727-9043-F04611F852A8}">
      <dgm:prSet/>
      <dgm:spPr/>
      <dgm:t>
        <a:bodyPr/>
        <a:lstStyle/>
        <a:p>
          <a:endParaRPr lang="en-US"/>
        </a:p>
      </dgm:t>
    </dgm:pt>
    <dgm:pt modelId="{112C6C12-2042-489C-B7A4-572BB84EDED7}" type="sibTrans" cxnId="{06507B85-D406-4727-9043-F04611F852A8}">
      <dgm:prSet/>
      <dgm:spPr/>
      <dgm:t>
        <a:bodyPr/>
        <a:lstStyle/>
        <a:p>
          <a:endParaRPr lang="en-US"/>
        </a:p>
      </dgm:t>
    </dgm:pt>
    <dgm:pt modelId="{F7FD2D69-CD13-4027-A50E-022956469202}">
      <dgm:prSet/>
      <dgm:spPr/>
      <dgm:t>
        <a:bodyPr/>
        <a:lstStyle/>
        <a:p>
          <a:r>
            <a:rPr lang="en-US"/>
            <a:t>A more informed, vigilant, and prepared workforce ready to tackle cybersecurity challenges.</a:t>
          </a:r>
        </a:p>
      </dgm:t>
    </dgm:pt>
    <dgm:pt modelId="{8593F051-C4DE-490D-9938-1EB44CA873A6}" type="parTrans" cxnId="{F0D3D780-0D24-4E53-9F98-3CB245E79E34}">
      <dgm:prSet/>
      <dgm:spPr/>
      <dgm:t>
        <a:bodyPr/>
        <a:lstStyle/>
        <a:p>
          <a:endParaRPr lang="en-US"/>
        </a:p>
      </dgm:t>
    </dgm:pt>
    <dgm:pt modelId="{3938AC8F-CFCA-41C0-97EC-BF859EEC5078}" type="sibTrans" cxnId="{F0D3D780-0D24-4E53-9F98-3CB245E79E34}">
      <dgm:prSet/>
      <dgm:spPr/>
      <dgm:t>
        <a:bodyPr/>
        <a:lstStyle/>
        <a:p>
          <a:endParaRPr lang="en-US"/>
        </a:p>
      </dgm:t>
    </dgm:pt>
    <dgm:pt modelId="{08F74952-A290-40AA-95C6-7D94E65DCEC6}" type="pres">
      <dgm:prSet presAssocID="{B283D747-E9EA-45B9-9FCC-A66878BB42DE}" presName="Name0" presStyleCnt="0">
        <dgm:presLayoutVars>
          <dgm:dir/>
          <dgm:animLvl val="lvl"/>
          <dgm:resizeHandles val="exact"/>
        </dgm:presLayoutVars>
      </dgm:prSet>
      <dgm:spPr/>
    </dgm:pt>
    <dgm:pt modelId="{BA8DD638-93CF-4466-89D7-B1F0DEDEF5C1}" type="pres">
      <dgm:prSet presAssocID="{D0721C2E-4D5C-41DE-BD0F-AAA070E4A819}" presName="composite" presStyleCnt="0"/>
      <dgm:spPr/>
    </dgm:pt>
    <dgm:pt modelId="{22D06265-64DE-4744-ACB8-75D2A6A50F19}" type="pres">
      <dgm:prSet presAssocID="{D0721C2E-4D5C-41DE-BD0F-AAA070E4A819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A5F76606-23A3-44FF-8714-FE346601B30D}" type="pres">
      <dgm:prSet presAssocID="{D0721C2E-4D5C-41DE-BD0F-AAA070E4A819}" presName="desTx" presStyleLbl="alignAccFollowNode1" presStyleIdx="0" presStyleCnt="5">
        <dgm:presLayoutVars>
          <dgm:bulletEnabled val="1"/>
        </dgm:presLayoutVars>
      </dgm:prSet>
      <dgm:spPr/>
    </dgm:pt>
    <dgm:pt modelId="{B64FCD16-3834-4D1E-A65B-D9F7AF988A7D}" type="pres">
      <dgm:prSet presAssocID="{76B16572-7C73-407C-80FC-AE922EDFCAF0}" presName="space" presStyleCnt="0"/>
      <dgm:spPr/>
    </dgm:pt>
    <dgm:pt modelId="{18573971-A2CC-4A5F-8BE4-DB9E9D50EB94}" type="pres">
      <dgm:prSet presAssocID="{B2F01894-6F4D-4C80-BB58-576D1BFB24DD}" presName="composite" presStyleCnt="0"/>
      <dgm:spPr/>
    </dgm:pt>
    <dgm:pt modelId="{5EB877FF-9223-405A-9ECA-EA3268BC3DB6}" type="pres">
      <dgm:prSet presAssocID="{B2F01894-6F4D-4C80-BB58-576D1BFB24DD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D7335EDA-0F8D-455D-A522-A8CB2A7CD05F}" type="pres">
      <dgm:prSet presAssocID="{B2F01894-6F4D-4C80-BB58-576D1BFB24DD}" presName="desTx" presStyleLbl="alignAccFollowNode1" presStyleIdx="1" presStyleCnt="5">
        <dgm:presLayoutVars>
          <dgm:bulletEnabled val="1"/>
        </dgm:presLayoutVars>
      </dgm:prSet>
      <dgm:spPr/>
    </dgm:pt>
    <dgm:pt modelId="{1D6BE6FB-7E5C-4E9E-9FB2-3C86A3F40D60}" type="pres">
      <dgm:prSet presAssocID="{ABD43522-043C-47ED-80C2-4F955F22DDE9}" presName="space" presStyleCnt="0"/>
      <dgm:spPr/>
    </dgm:pt>
    <dgm:pt modelId="{5E4A22FA-3588-4D08-8FEB-A403836264CE}" type="pres">
      <dgm:prSet presAssocID="{E73F56C7-4C27-4F2A-9F1F-5792243442F9}" presName="composite" presStyleCnt="0"/>
      <dgm:spPr/>
    </dgm:pt>
    <dgm:pt modelId="{8CCBD1B2-EDEE-4167-841B-F1E280206A0F}" type="pres">
      <dgm:prSet presAssocID="{E73F56C7-4C27-4F2A-9F1F-5792243442F9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3650DBEC-C051-4CE0-A696-4ECFACE5D5F3}" type="pres">
      <dgm:prSet presAssocID="{E73F56C7-4C27-4F2A-9F1F-5792243442F9}" presName="desTx" presStyleLbl="alignAccFollowNode1" presStyleIdx="2" presStyleCnt="5">
        <dgm:presLayoutVars>
          <dgm:bulletEnabled val="1"/>
        </dgm:presLayoutVars>
      </dgm:prSet>
      <dgm:spPr/>
    </dgm:pt>
    <dgm:pt modelId="{3D0D981F-C9E0-4F6C-9DFD-6561FC047773}" type="pres">
      <dgm:prSet presAssocID="{0E2CE02F-20D8-4685-9F30-63F4FDF519EE}" presName="space" presStyleCnt="0"/>
      <dgm:spPr/>
    </dgm:pt>
    <dgm:pt modelId="{1AB312B4-0693-41F9-AD4E-7D658330F808}" type="pres">
      <dgm:prSet presAssocID="{9D01EC3D-ACD5-4738-9764-5D943D4FC2B3}" presName="composite" presStyleCnt="0"/>
      <dgm:spPr/>
    </dgm:pt>
    <dgm:pt modelId="{2B1789C9-DABD-439D-BD3D-E44F2B889F8E}" type="pres">
      <dgm:prSet presAssocID="{9D01EC3D-ACD5-4738-9764-5D943D4FC2B3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A8F0AD79-A805-46BD-871F-6652493FEC5A}" type="pres">
      <dgm:prSet presAssocID="{9D01EC3D-ACD5-4738-9764-5D943D4FC2B3}" presName="desTx" presStyleLbl="alignAccFollowNode1" presStyleIdx="3" presStyleCnt="5">
        <dgm:presLayoutVars>
          <dgm:bulletEnabled val="1"/>
        </dgm:presLayoutVars>
      </dgm:prSet>
      <dgm:spPr/>
    </dgm:pt>
    <dgm:pt modelId="{AFEE6AB4-D5FD-4613-8891-DB82C3CF2817}" type="pres">
      <dgm:prSet presAssocID="{2FAF6550-E73D-4A8A-8753-52C6B33E310C}" presName="space" presStyleCnt="0"/>
      <dgm:spPr/>
    </dgm:pt>
    <dgm:pt modelId="{D2157AF7-5AF3-4AA0-A653-4F9291D3555F}" type="pres">
      <dgm:prSet presAssocID="{F8C1D03D-BB12-4DD1-9702-72D8C6B453DA}" presName="composite" presStyleCnt="0"/>
      <dgm:spPr/>
    </dgm:pt>
    <dgm:pt modelId="{D31B048C-5F9E-4601-86E0-CE80A4196148}" type="pres">
      <dgm:prSet presAssocID="{F8C1D03D-BB12-4DD1-9702-72D8C6B453DA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E8FB73E3-D45D-4CEF-BC8B-8F781D7A1E10}" type="pres">
      <dgm:prSet presAssocID="{F8C1D03D-BB12-4DD1-9702-72D8C6B453DA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49A61600-FA43-4AB0-B46E-ECB1756394CD}" type="presOf" srcId="{B283D747-E9EA-45B9-9FCC-A66878BB42DE}" destId="{08F74952-A290-40AA-95C6-7D94E65DCEC6}" srcOrd="0" destOrd="0" presId="urn:microsoft.com/office/officeart/2005/8/layout/hList1"/>
    <dgm:cxn modelId="{F0FA0524-43C8-4078-81EC-A8A8A4E17352}" srcId="{B283D747-E9EA-45B9-9FCC-A66878BB42DE}" destId="{9D01EC3D-ACD5-4738-9764-5D943D4FC2B3}" srcOrd="3" destOrd="0" parTransId="{D89FCDA2-3C5A-4D10-ADC5-46DF9015EA9B}" sibTransId="{2FAF6550-E73D-4A8A-8753-52C6B33E310C}"/>
    <dgm:cxn modelId="{BF548324-CA88-4286-8E52-92B0591DEC73}" srcId="{B2F01894-6F4D-4C80-BB58-576D1BFB24DD}" destId="{E8CC2F5E-98E8-4AB3-A8BB-F41B1C9498A8}" srcOrd="0" destOrd="0" parTransId="{931E8631-BDFF-48F1-9C4F-93D8DB928827}" sibTransId="{6E37857A-A380-4582-90C1-135030C44075}"/>
    <dgm:cxn modelId="{5A6F7A32-0004-495B-9719-B6D43058ADE3}" type="presOf" srcId="{5B74C84C-FB32-4AB4-AE49-8A18AADF5820}" destId="{A5F76606-23A3-44FF-8714-FE346601B30D}" srcOrd="0" destOrd="1" presId="urn:microsoft.com/office/officeart/2005/8/layout/hList1"/>
    <dgm:cxn modelId="{E6B8A637-2767-4721-9217-AA0A951841D3}" srcId="{D0721C2E-4D5C-41DE-BD0F-AAA070E4A819}" destId="{D190D26B-0D06-4D19-822A-F144A6810FDE}" srcOrd="0" destOrd="0" parTransId="{28C94EF5-7950-4A1E-92F8-88D2A1540295}" sibTransId="{806B2808-1786-4CC3-B903-A7C6112898F8}"/>
    <dgm:cxn modelId="{9A05CA3A-F7B0-4278-BE17-D33C05F8EFCD}" type="presOf" srcId="{3B102597-6A0A-4F93-8CBA-C7D008C48C30}" destId="{3650DBEC-C051-4CE0-A696-4ECFACE5D5F3}" srcOrd="0" destOrd="0" presId="urn:microsoft.com/office/officeart/2005/8/layout/hList1"/>
    <dgm:cxn modelId="{A1826B5D-ABAB-4B07-9844-A6056036F729}" type="presOf" srcId="{D190D26B-0D06-4D19-822A-F144A6810FDE}" destId="{A5F76606-23A3-44FF-8714-FE346601B30D}" srcOrd="0" destOrd="0" presId="urn:microsoft.com/office/officeart/2005/8/layout/hList1"/>
    <dgm:cxn modelId="{721F2A41-95E7-4D08-A853-0E85226142C8}" type="presOf" srcId="{F8C1D03D-BB12-4DD1-9702-72D8C6B453DA}" destId="{D31B048C-5F9E-4601-86E0-CE80A4196148}" srcOrd="0" destOrd="0" presId="urn:microsoft.com/office/officeart/2005/8/layout/hList1"/>
    <dgm:cxn modelId="{31A5E541-394A-4CDC-9FF0-9EB9AC8AF6C6}" type="presOf" srcId="{B2F01894-6F4D-4C80-BB58-576D1BFB24DD}" destId="{5EB877FF-9223-405A-9ECA-EA3268BC3DB6}" srcOrd="0" destOrd="0" presId="urn:microsoft.com/office/officeart/2005/8/layout/hList1"/>
    <dgm:cxn modelId="{200B7A42-7CFC-47C8-B822-EE7AB61C06A8}" srcId="{B2F01894-6F4D-4C80-BB58-576D1BFB24DD}" destId="{B5A78536-F4CC-4CE1-9525-999793841419}" srcOrd="1" destOrd="0" parTransId="{DC5D2AEB-84E4-4832-9BAC-87AA9E79421D}" sibTransId="{B1CA210F-DB10-432E-874B-5081A3F33D52}"/>
    <dgm:cxn modelId="{AE666568-191F-4270-B973-BD1E54449412}" type="presOf" srcId="{B5A78536-F4CC-4CE1-9525-999793841419}" destId="{D7335EDA-0F8D-455D-A522-A8CB2A7CD05F}" srcOrd="0" destOrd="1" presId="urn:microsoft.com/office/officeart/2005/8/layout/hList1"/>
    <dgm:cxn modelId="{22A40B6B-F6F3-4819-9A8E-9F058C372B32}" srcId="{B283D747-E9EA-45B9-9FCC-A66878BB42DE}" destId="{B2F01894-6F4D-4C80-BB58-576D1BFB24DD}" srcOrd="1" destOrd="0" parTransId="{D4C7A63A-0BFD-43A3-807B-D6D97FF05C10}" sibTransId="{ABD43522-043C-47ED-80C2-4F955F22DDE9}"/>
    <dgm:cxn modelId="{F0D3D780-0D24-4E53-9F98-3CB245E79E34}" srcId="{F8C1D03D-BB12-4DD1-9702-72D8C6B453DA}" destId="{F7FD2D69-CD13-4027-A50E-022956469202}" srcOrd="0" destOrd="0" parTransId="{8593F051-C4DE-490D-9938-1EB44CA873A6}" sibTransId="{3938AC8F-CFCA-41C0-97EC-BF859EEC5078}"/>
    <dgm:cxn modelId="{06507B85-D406-4727-9043-F04611F852A8}" srcId="{B283D747-E9EA-45B9-9FCC-A66878BB42DE}" destId="{F8C1D03D-BB12-4DD1-9702-72D8C6B453DA}" srcOrd="4" destOrd="0" parTransId="{81133C27-CFCB-4DC5-A3A3-21B296899C87}" sibTransId="{112C6C12-2042-489C-B7A4-572BB84EDED7}"/>
    <dgm:cxn modelId="{5D191988-B2F8-41E0-AE3D-581C578CA242}" type="presOf" srcId="{A4943025-66CB-4C33-ABA7-EAE903906E96}" destId="{A8F0AD79-A805-46BD-871F-6652493FEC5A}" srcOrd="0" destOrd="0" presId="urn:microsoft.com/office/officeart/2005/8/layout/hList1"/>
    <dgm:cxn modelId="{3D16118A-53B0-48EA-B3C5-8973F1E295FC}" type="presOf" srcId="{E8CC2F5E-98E8-4AB3-A8BB-F41B1C9498A8}" destId="{D7335EDA-0F8D-455D-A522-A8CB2A7CD05F}" srcOrd="0" destOrd="0" presId="urn:microsoft.com/office/officeart/2005/8/layout/hList1"/>
    <dgm:cxn modelId="{DB729B8D-ECA2-4365-ACCD-D6A5A3AAAA42}" srcId="{B283D747-E9EA-45B9-9FCC-A66878BB42DE}" destId="{E73F56C7-4C27-4F2A-9F1F-5792243442F9}" srcOrd="2" destOrd="0" parTransId="{B0BD9ED3-50D0-4D3C-B104-CD0B00AA0F9D}" sibTransId="{0E2CE02F-20D8-4685-9F30-63F4FDF519EE}"/>
    <dgm:cxn modelId="{9B0DBC9C-DF82-45BC-8B60-8311324C591A}" srcId="{9D01EC3D-ACD5-4738-9764-5D943D4FC2B3}" destId="{A4943025-66CB-4C33-ABA7-EAE903906E96}" srcOrd="0" destOrd="0" parTransId="{3780E655-12BB-4A55-9D63-4DC68C4265F4}" sibTransId="{284743AB-0544-4FCC-BC80-35AEF94BFBB1}"/>
    <dgm:cxn modelId="{65F7DCA8-8EE3-404C-B887-1E71569DAD99}" type="presOf" srcId="{F7FD2D69-CD13-4027-A50E-022956469202}" destId="{E8FB73E3-D45D-4CEF-BC8B-8F781D7A1E10}" srcOrd="0" destOrd="0" presId="urn:microsoft.com/office/officeart/2005/8/layout/hList1"/>
    <dgm:cxn modelId="{1AF5B4AB-3DDF-4C82-8381-F7FDC6341B14}" type="presOf" srcId="{E73F56C7-4C27-4F2A-9F1F-5792243442F9}" destId="{8CCBD1B2-EDEE-4167-841B-F1E280206A0F}" srcOrd="0" destOrd="0" presId="urn:microsoft.com/office/officeart/2005/8/layout/hList1"/>
    <dgm:cxn modelId="{DE5235B1-78F1-4EC0-83A3-F41A6C650DE4}" type="presOf" srcId="{9D01EC3D-ACD5-4738-9764-5D943D4FC2B3}" destId="{2B1789C9-DABD-439D-BD3D-E44F2B889F8E}" srcOrd="0" destOrd="0" presId="urn:microsoft.com/office/officeart/2005/8/layout/hList1"/>
    <dgm:cxn modelId="{BD5E76B5-0AB8-4DEF-89D9-2B8FEA80061D}" type="presOf" srcId="{D0721C2E-4D5C-41DE-BD0F-AAA070E4A819}" destId="{22D06265-64DE-4744-ACB8-75D2A6A50F19}" srcOrd="0" destOrd="0" presId="urn:microsoft.com/office/officeart/2005/8/layout/hList1"/>
    <dgm:cxn modelId="{7BC20BDE-65EF-414F-B5E8-5833242E834F}" srcId="{E73F56C7-4C27-4F2A-9F1F-5792243442F9}" destId="{3B102597-6A0A-4F93-8CBA-C7D008C48C30}" srcOrd="0" destOrd="0" parTransId="{954876E2-AD5E-46B6-A0ED-FAA1E48F7D97}" sibTransId="{5F0DE9AA-17E3-4447-BC57-851BD157FD76}"/>
    <dgm:cxn modelId="{BAB89DFA-F595-42C2-8BCF-CCA5D499250B}" srcId="{B283D747-E9EA-45B9-9FCC-A66878BB42DE}" destId="{D0721C2E-4D5C-41DE-BD0F-AAA070E4A819}" srcOrd="0" destOrd="0" parTransId="{6C6B4BA6-AD86-417B-8CB2-16AE11C7C059}" sibTransId="{76B16572-7C73-407C-80FC-AE922EDFCAF0}"/>
    <dgm:cxn modelId="{AA4638FC-4EE3-49CD-BED1-BFC109C79085}" srcId="{D0721C2E-4D5C-41DE-BD0F-AAA070E4A819}" destId="{5B74C84C-FB32-4AB4-AE49-8A18AADF5820}" srcOrd="1" destOrd="0" parTransId="{E8D5ADC1-6241-492C-B09F-7A1D0421A51E}" sibTransId="{CE387F7D-1F6A-4C8D-B9B9-6BEA4B86B54B}"/>
    <dgm:cxn modelId="{61BF98E9-C590-4689-96A6-8BE67D2D83B6}" type="presParOf" srcId="{08F74952-A290-40AA-95C6-7D94E65DCEC6}" destId="{BA8DD638-93CF-4466-89D7-B1F0DEDEF5C1}" srcOrd="0" destOrd="0" presId="urn:microsoft.com/office/officeart/2005/8/layout/hList1"/>
    <dgm:cxn modelId="{4C8A9FEA-C8EB-46C1-B41E-C6CF97604F73}" type="presParOf" srcId="{BA8DD638-93CF-4466-89D7-B1F0DEDEF5C1}" destId="{22D06265-64DE-4744-ACB8-75D2A6A50F19}" srcOrd="0" destOrd="0" presId="urn:microsoft.com/office/officeart/2005/8/layout/hList1"/>
    <dgm:cxn modelId="{7A9388CA-CF1F-472C-9238-3A1641B0E505}" type="presParOf" srcId="{BA8DD638-93CF-4466-89D7-B1F0DEDEF5C1}" destId="{A5F76606-23A3-44FF-8714-FE346601B30D}" srcOrd="1" destOrd="0" presId="urn:microsoft.com/office/officeart/2005/8/layout/hList1"/>
    <dgm:cxn modelId="{4ADF18E8-320F-4A0B-92CD-E134256A8BFB}" type="presParOf" srcId="{08F74952-A290-40AA-95C6-7D94E65DCEC6}" destId="{B64FCD16-3834-4D1E-A65B-D9F7AF988A7D}" srcOrd="1" destOrd="0" presId="urn:microsoft.com/office/officeart/2005/8/layout/hList1"/>
    <dgm:cxn modelId="{3B073500-7730-4539-8A22-C2070959A31C}" type="presParOf" srcId="{08F74952-A290-40AA-95C6-7D94E65DCEC6}" destId="{18573971-A2CC-4A5F-8BE4-DB9E9D50EB94}" srcOrd="2" destOrd="0" presId="urn:microsoft.com/office/officeart/2005/8/layout/hList1"/>
    <dgm:cxn modelId="{D3703497-9ADA-4751-A7FE-D733FBB924AC}" type="presParOf" srcId="{18573971-A2CC-4A5F-8BE4-DB9E9D50EB94}" destId="{5EB877FF-9223-405A-9ECA-EA3268BC3DB6}" srcOrd="0" destOrd="0" presId="urn:microsoft.com/office/officeart/2005/8/layout/hList1"/>
    <dgm:cxn modelId="{BD67145C-CF34-408E-B5DD-7E95AC599304}" type="presParOf" srcId="{18573971-A2CC-4A5F-8BE4-DB9E9D50EB94}" destId="{D7335EDA-0F8D-455D-A522-A8CB2A7CD05F}" srcOrd="1" destOrd="0" presId="urn:microsoft.com/office/officeart/2005/8/layout/hList1"/>
    <dgm:cxn modelId="{AF024A2E-348F-4A11-867D-E74CDB518F1E}" type="presParOf" srcId="{08F74952-A290-40AA-95C6-7D94E65DCEC6}" destId="{1D6BE6FB-7E5C-4E9E-9FB2-3C86A3F40D60}" srcOrd="3" destOrd="0" presId="urn:microsoft.com/office/officeart/2005/8/layout/hList1"/>
    <dgm:cxn modelId="{03F927D3-9C55-42D6-940A-8D6D5656FA1D}" type="presParOf" srcId="{08F74952-A290-40AA-95C6-7D94E65DCEC6}" destId="{5E4A22FA-3588-4D08-8FEB-A403836264CE}" srcOrd="4" destOrd="0" presId="urn:microsoft.com/office/officeart/2005/8/layout/hList1"/>
    <dgm:cxn modelId="{6B6B646E-331D-47DF-9324-86EB32922DD3}" type="presParOf" srcId="{5E4A22FA-3588-4D08-8FEB-A403836264CE}" destId="{8CCBD1B2-EDEE-4167-841B-F1E280206A0F}" srcOrd="0" destOrd="0" presId="urn:microsoft.com/office/officeart/2005/8/layout/hList1"/>
    <dgm:cxn modelId="{DE9F54F1-66B7-4A9C-AADB-A61115E09E35}" type="presParOf" srcId="{5E4A22FA-3588-4D08-8FEB-A403836264CE}" destId="{3650DBEC-C051-4CE0-A696-4ECFACE5D5F3}" srcOrd="1" destOrd="0" presId="urn:microsoft.com/office/officeart/2005/8/layout/hList1"/>
    <dgm:cxn modelId="{5C7277C5-0D06-4DCE-9D4F-7BF0415AD31B}" type="presParOf" srcId="{08F74952-A290-40AA-95C6-7D94E65DCEC6}" destId="{3D0D981F-C9E0-4F6C-9DFD-6561FC047773}" srcOrd="5" destOrd="0" presId="urn:microsoft.com/office/officeart/2005/8/layout/hList1"/>
    <dgm:cxn modelId="{38EED407-FA9E-4DF7-BD7A-07F207DE96DF}" type="presParOf" srcId="{08F74952-A290-40AA-95C6-7D94E65DCEC6}" destId="{1AB312B4-0693-41F9-AD4E-7D658330F808}" srcOrd="6" destOrd="0" presId="urn:microsoft.com/office/officeart/2005/8/layout/hList1"/>
    <dgm:cxn modelId="{7845B807-A192-47F2-B9EF-0EC567A82933}" type="presParOf" srcId="{1AB312B4-0693-41F9-AD4E-7D658330F808}" destId="{2B1789C9-DABD-439D-BD3D-E44F2B889F8E}" srcOrd="0" destOrd="0" presId="urn:microsoft.com/office/officeart/2005/8/layout/hList1"/>
    <dgm:cxn modelId="{7A40412D-E2F0-4E2C-9081-92945C28E44C}" type="presParOf" srcId="{1AB312B4-0693-41F9-AD4E-7D658330F808}" destId="{A8F0AD79-A805-46BD-871F-6652493FEC5A}" srcOrd="1" destOrd="0" presId="urn:microsoft.com/office/officeart/2005/8/layout/hList1"/>
    <dgm:cxn modelId="{06F5EF5C-0FE9-421B-A99E-B265E373A5AB}" type="presParOf" srcId="{08F74952-A290-40AA-95C6-7D94E65DCEC6}" destId="{AFEE6AB4-D5FD-4613-8891-DB82C3CF2817}" srcOrd="7" destOrd="0" presId="urn:microsoft.com/office/officeart/2005/8/layout/hList1"/>
    <dgm:cxn modelId="{9301B247-E756-4967-9BED-CD85ADFC0D8E}" type="presParOf" srcId="{08F74952-A290-40AA-95C6-7D94E65DCEC6}" destId="{D2157AF7-5AF3-4AA0-A653-4F9291D3555F}" srcOrd="8" destOrd="0" presId="urn:microsoft.com/office/officeart/2005/8/layout/hList1"/>
    <dgm:cxn modelId="{58DAD082-A19E-4D67-A8F5-1E9559EA8D54}" type="presParOf" srcId="{D2157AF7-5AF3-4AA0-A653-4F9291D3555F}" destId="{D31B048C-5F9E-4601-86E0-CE80A4196148}" srcOrd="0" destOrd="0" presId="urn:microsoft.com/office/officeart/2005/8/layout/hList1"/>
    <dgm:cxn modelId="{03E82135-0CE3-4EA9-ABCB-590064A2D1E4}" type="presParOf" srcId="{D2157AF7-5AF3-4AA0-A653-4F9291D3555F}" destId="{E8FB73E3-D45D-4CEF-BC8B-8F781D7A1E1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55BAD98-2244-4E6C-961C-FFB16F345F4B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C18420-510D-43B0-8BD1-581D7A939F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- Incident Summary:</a:t>
          </a:r>
        </a:p>
      </dgm:t>
    </dgm:pt>
    <dgm:pt modelId="{622C1DB3-42AA-4AB6-B3FD-C85C32118D8A}" type="parTrans" cxnId="{552D872B-91A8-4854-B082-ADDA53CE6273}">
      <dgm:prSet/>
      <dgm:spPr/>
      <dgm:t>
        <a:bodyPr/>
        <a:lstStyle/>
        <a:p>
          <a:endParaRPr lang="en-US"/>
        </a:p>
      </dgm:t>
    </dgm:pt>
    <dgm:pt modelId="{E6D11856-5BB5-4C91-9357-7F62C48F963E}" type="sibTrans" cxnId="{552D872B-91A8-4854-B082-ADDA53CE627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FA61B2F-1A17-46E4-BA41-B510AA10AA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Details of the phishing campaign.</a:t>
          </a:r>
        </a:p>
      </dgm:t>
    </dgm:pt>
    <dgm:pt modelId="{B1F48F6B-3D52-4060-A009-741487720406}" type="parTrans" cxnId="{7D299030-EFD9-4193-B56E-0E650389F316}">
      <dgm:prSet/>
      <dgm:spPr/>
      <dgm:t>
        <a:bodyPr/>
        <a:lstStyle/>
        <a:p>
          <a:endParaRPr lang="en-US"/>
        </a:p>
      </dgm:t>
    </dgm:pt>
    <dgm:pt modelId="{1EEAC610-E765-4A6E-B70C-7DB33D87976A}" type="sibTrans" cxnId="{7D299030-EFD9-4193-B56E-0E650389F3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BA809D2-D8EE-404E-A035-001C009832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Number of users affected and risks identified (e.g., data breach, compromised credentials).</a:t>
          </a:r>
        </a:p>
      </dgm:t>
    </dgm:pt>
    <dgm:pt modelId="{F6D6D57B-6BF5-4BA5-AF8D-2438DAD95039}" type="parTrans" cxnId="{49844A16-30E1-4063-8D33-07C96F354EAA}">
      <dgm:prSet/>
      <dgm:spPr/>
      <dgm:t>
        <a:bodyPr/>
        <a:lstStyle/>
        <a:p>
          <a:endParaRPr lang="en-US"/>
        </a:p>
      </dgm:t>
    </dgm:pt>
    <dgm:pt modelId="{71E7D511-C04C-4EFA-82C2-8FCF25390CA7}" type="sibTrans" cxnId="{49844A16-30E1-4063-8D33-07C96F354EA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8E09EC3-AE2A-48E1-B62A-ABE9488A9F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Associated Risks:</a:t>
          </a:r>
        </a:p>
      </dgm:t>
    </dgm:pt>
    <dgm:pt modelId="{5AE7AE85-4B14-45DD-A372-4E2C1F6F8114}" type="parTrans" cxnId="{C33250C1-B363-4393-A0A2-8CABF4D1340B}">
      <dgm:prSet/>
      <dgm:spPr/>
      <dgm:t>
        <a:bodyPr/>
        <a:lstStyle/>
        <a:p>
          <a:endParaRPr lang="en-US"/>
        </a:p>
      </dgm:t>
    </dgm:pt>
    <dgm:pt modelId="{645DEA96-8708-4ED2-81D1-D717EA6B6508}" type="sibTrans" cxnId="{C33250C1-B363-4393-A0A2-8CABF4D1340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718DAD3-34D8-4AE8-9C24-115BD56DF2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Potential financial and reputational harm.</a:t>
          </a:r>
        </a:p>
      </dgm:t>
    </dgm:pt>
    <dgm:pt modelId="{4764CD84-4791-4D11-BF20-D4B2417B2BA9}" type="parTrans" cxnId="{7E73F484-C6DB-4BA1-80C6-2024FBF65156}">
      <dgm:prSet/>
      <dgm:spPr/>
      <dgm:t>
        <a:bodyPr/>
        <a:lstStyle/>
        <a:p>
          <a:endParaRPr lang="en-US"/>
        </a:p>
      </dgm:t>
    </dgm:pt>
    <dgm:pt modelId="{1C1D0488-B986-473C-873A-E56D96C81020}" type="sibTrans" cxnId="{7E73F484-C6DB-4BA1-80C6-2024FBF6515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8AA836A-D55E-4BE8-81EC-83C7063F08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- Increased vulnerability to future attacks.</a:t>
          </a:r>
        </a:p>
      </dgm:t>
    </dgm:pt>
    <dgm:pt modelId="{0E0FFEF5-6793-4B6B-9353-47B1F706111E}" type="parTrans" cxnId="{38C99667-DF05-4E92-B8A6-0FF0FD8304EE}">
      <dgm:prSet/>
      <dgm:spPr/>
      <dgm:t>
        <a:bodyPr/>
        <a:lstStyle/>
        <a:p>
          <a:endParaRPr lang="en-US"/>
        </a:p>
      </dgm:t>
    </dgm:pt>
    <dgm:pt modelId="{13FDE3DE-ECB5-4F88-B3B6-8DA412EFD8DE}" type="sibTrans" cxnId="{38C99667-DF05-4E92-B8A6-0FF0FD8304EE}">
      <dgm:prSet/>
      <dgm:spPr/>
      <dgm:t>
        <a:bodyPr/>
        <a:lstStyle/>
        <a:p>
          <a:endParaRPr lang="en-US"/>
        </a:p>
      </dgm:t>
    </dgm:pt>
    <dgm:pt modelId="{887E41CE-7FB2-497D-A0AD-EDEEAD31560B}" type="pres">
      <dgm:prSet presAssocID="{E55BAD98-2244-4E6C-961C-FFB16F345F4B}" presName="root" presStyleCnt="0">
        <dgm:presLayoutVars>
          <dgm:dir/>
          <dgm:resizeHandles val="exact"/>
        </dgm:presLayoutVars>
      </dgm:prSet>
      <dgm:spPr/>
    </dgm:pt>
    <dgm:pt modelId="{19BA5375-5312-4DC2-BFCB-66B5701D9E07}" type="pres">
      <dgm:prSet presAssocID="{E55BAD98-2244-4E6C-961C-FFB16F345F4B}" presName="container" presStyleCnt="0">
        <dgm:presLayoutVars>
          <dgm:dir/>
          <dgm:resizeHandles val="exact"/>
        </dgm:presLayoutVars>
      </dgm:prSet>
      <dgm:spPr/>
    </dgm:pt>
    <dgm:pt modelId="{D3DF7A8F-C62A-435A-A08B-F34E5FD60F07}" type="pres">
      <dgm:prSet presAssocID="{81C18420-510D-43B0-8BD1-581D7A939F87}" presName="compNode" presStyleCnt="0"/>
      <dgm:spPr/>
    </dgm:pt>
    <dgm:pt modelId="{1DFD023C-E629-40FD-B1B9-FDE64B4D5218}" type="pres">
      <dgm:prSet presAssocID="{81C18420-510D-43B0-8BD1-581D7A939F87}" presName="iconBgRect" presStyleLbl="bgShp" presStyleIdx="0" presStyleCnt="6"/>
      <dgm:spPr/>
    </dgm:pt>
    <dgm:pt modelId="{D55DD391-0131-43DD-919E-4577015BF4F1}" type="pres">
      <dgm:prSet presAssocID="{81C18420-510D-43B0-8BD1-581D7A939F8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refighter"/>
        </a:ext>
      </dgm:extLst>
    </dgm:pt>
    <dgm:pt modelId="{C0CAC677-3C85-476D-B1F5-BE613DDAEDCB}" type="pres">
      <dgm:prSet presAssocID="{81C18420-510D-43B0-8BD1-581D7A939F87}" presName="spaceRect" presStyleCnt="0"/>
      <dgm:spPr/>
    </dgm:pt>
    <dgm:pt modelId="{CD007015-875F-4255-B22C-75E0D9DDDD62}" type="pres">
      <dgm:prSet presAssocID="{81C18420-510D-43B0-8BD1-581D7A939F87}" presName="textRect" presStyleLbl="revTx" presStyleIdx="0" presStyleCnt="6">
        <dgm:presLayoutVars>
          <dgm:chMax val="1"/>
          <dgm:chPref val="1"/>
        </dgm:presLayoutVars>
      </dgm:prSet>
      <dgm:spPr/>
    </dgm:pt>
    <dgm:pt modelId="{A1AC2823-66BC-4E00-9C78-9E9239C3A9D2}" type="pres">
      <dgm:prSet presAssocID="{E6D11856-5BB5-4C91-9357-7F62C48F963E}" presName="sibTrans" presStyleLbl="sibTrans2D1" presStyleIdx="0" presStyleCnt="0"/>
      <dgm:spPr/>
    </dgm:pt>
    <dgm:pt modelId="{FABBBD42-2A9F-4C09-8925-3B44093880C6}" type="pres">
      <dgm:prSet presAssocID="{BFA61B2F-1A17-46E4-BA41-B510AA10AA97}" presName="compNode" presStyleCnt="0"/>
      <dgm:spPr/>
    </dgm:pt>
    <dgm:pt modelId="{74B1A2E4-746B-4B10-967C-2E2A5C1D36B7}" type="pres">
      <dgm:prSet presAssocID="{BFA61B2F-1A17-46E4-BA41-B510AA10AA97}" presName="iconBgRect" presStyleLbl="bgShp" presStyleIdx="1" presStyleCnt="6"/>
      <dgm:spPr/>
    </dgm:pt>
    <dgm:pt modelId="{2D24F0E5-E583-4F8E-986E-FF05DB5A35FA}" type="pres">
      <dgm:prSet presAssocID="{BFA61B2F-1A17-46E4-BA41-B510AA10AA9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5412ADE0-2A42-43B9-B673-C0EE7398DA9A}" type="pres">
      <dgm:prSet presAssocID="{BFA61B2F-1A17-46E4-BA41-B510AA10AA97}" presName="spaceRect" presStyleCnt="0"/>
      <dgm:spPr/>
    </dgm:pt>
    <dgm:pt modelId="{1CADEE82-3827-420A-85D3-419A125B10C2}" type="pres">
      <dgm:prSet presAssocID="{BFA61B2F-1A17-46E4-BA41-B510AA10AA97}" presName="textRect" presStyleLbl="revTx" presStyleIdx="1" presStyleCnt="6">
        <dgm:presLayoutVars>
          <dgm:chMax val="1"/>
          <dgm:chPref val="1"/>
        </dgm:presLayoutVars>
      </dgm:prSet>
      <dgm:spPr/>
    </dgm:pt>
    <dgm:pt modelId="{03478DA5-6072-43C0-976C-C51802A365AF}" type="pres">
      <dgm:prSet presAssocID="{1EEAC610-E765-4A6E-B70C-7DB33D87976A}" presName="sibTrans" presStyleLbl="sibTrans2D1" presStyleIdx="0" presStyleCnt="0"/>
      <dgm:spPr/>
    </dgm:pt>
    <dgm:pt modelId="{F38BC4BF-B495-4A80-A786-4F5E77645186}" type="pres">
      <dgm:prSet presAssocID="{7BA809D2-D8EE-404E-A035-001C00983205}" presName="compNode" presStyleCnt="0"/>
      <dgm:spPr/>
    </dgm:pt>
    <dgm:pt modelId="{D1B79E3C-A9CD-451A-88A9-07B19F8BD043}" type="pres">
      <dgm:prSet presAssocID="{7BA809D2-D8EE-404E-A035-001C00983205}" presName="iconBgRect" presStyleLbl="bgShp" presStyleIdx="2" presStyleCnt="6"/>
      <dgm:spPr/>
    </dgm:pt>
    <dgm:pt modelId="{A4A9A8F9-9480-4E36-B040-35FB8833CD21}" type="pres">
      <dgm:prSet presAssocID="{7BA809D2-D8EE-404E-A035-001C0098320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D62963B4-FEE3-43E3-9E94-4BAD2AD7EFA6}" type="pres">
      <dgm:prSet presAssocID="{7BA809D2-D8EE-404E-A035-001C00983205}" presName="spaceRect" presStyleCnt="0"/>
      <dgm:spPr/>
    </dgm:pt>
    <dgm:pt modelId="{6FA7E4DE-04ED-4A0C-85CD-D0BA0636C8CC}" type="pres">
      <dgm:prSet presAssocID="{7BA809D2-D8EE-404E-A035-001C00983205}" presName="textRect" presStyleLbl="revTx" presStyleIdx="2" presStyleCnt="6">
        <dgm:presLayoutVars>
          <dgm:chMax val="1"/>
          <dgm:chPref val="1"/>
        </dgm:presLayoutVars>
      </dgm:prSet>
      <dgm:spPr/>
    </dgm:pt>
    <dgm:pt modelId="{23CB6287-6488-4579-9E4D-4F88B1CBF244}" type="pres">
      <dgm:prSet presAssocID="{71E7D511-C04C-4EFA-82C2-8FCF25390CA7}" presName="sibTrans" presStyleLbl="sibTrans2D1" presStyleIdx="0" presStyleCnt="0"/>
      <dgm:spPr/>
    </dgm:pt>
    <dgm:pt modelId="{AA95B4CA-B798-4E0A-A506-F6A47CC85264}" type="pres">
      <dgm:prSet presAssocID="{C8E09EC3-AE2A-48E1-B62A-ABE9488A9F9A}" presName="compNode" presStyleCnt="0"/>
      <dgm:spPr/>
    </dgm:pt>
    <dgm:pt modelId="{A179AC45-3B81-424D-883F-3328BB08BE8C}" type="pres">
      <dgm:prSet presAssocID="{C8E09EC3-AE2A-48E1-B62A-ABE9488A9F9A}" presName="iconBgRect" presStyleLbl="bgShp" presStyleIdx="3" presStyleCnt="6"/>
      <dgm:spPr/>
    </dgm:pt>
    <dgm:pt modelId="{B7C80111-DA64-4D0C-A1AD-DCB4D81BE567}" type="pres">
      <dgm:prSet presAssocID="{C8E09EC3-AE2A-48E1-B62A-ABE9488A9F9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active"/>
        </a:ext>
      </dgm:extLst>
    </dgm:pt>
    <dgm:pt modelId="{0174AC9B-D820-4895-B0FA-7BC9B411AFA0}" type="pres">
      <dgm:prSet presAssocID="{C8E09EC3-AE2A-48E1-B62A-ABE9488A9F9A}" presName="spaceRect" presStyleCnt="0"/>
      <dgm:spPr/>
    </dgm:pt>
    <dgm:pt modelId="{B146713B-9E21-4D37-AB62-B88FF0E2D5B5}" type="pres">
      <dgm:prSet presAssocID="{C8E09EC3-AE2A-48E1-B62A-ABE9488A9F9A}" presName="textRect" presStyleLbl="revTx" presStyleIdx="3" presStyleCnt="6">
        <dgm:presLayoutVars>
          <dgm:chMax val="1"/>
          <dgm:chPref val="1"/>
        </dgm:presLayoutVars>
      </dgm:prSet>
      <dgm:spPr/>
    </dgm:pt>
    <dgm:pt modelId="{6985816A-6BF6-42FF-8925-DA4168749465}" type="pres">
      <dgm:prSet presAssocID="{645DEA96-8708-4ED2-81D1-D717EA6B6508}" presName="sibTrans" presStyleLbl="sibTrans2D1" presStyleIdx="0" presStyleCnt="0"/>
      <dgm:spPr/>
    </dgm:pt>
    <dgm:pt modelId="{4D411683-B7EF-4163-B4DF-8FA7300AD06A}" type="pres">
      <dgm:prSet presAssocID="{A718DAD3-34D8-4AE8-9C24-115BD56DF206}" presName="compNode" presStyleCnt="0"/>
      <dgm:spPr/>
    </dgm:pt>
    <dgm:pt modelId="{26806066-782D-4A7A-916A-71CBACC04A6A}" type="pres">
      <dgm:prSet presAssocID="{A718DAD3-34D8-4AE8-9C24-115BD56DF206}" presName="iconBgRect" presStyleLbl="bgShp" presStyleIdx="4" presStyleCnt="6"/>
      <dgm:spPr/>
    </dgm:pt>
    <dgm:pt modelId="{71074DDC-4489-497B-B0D6-83C79D5EFEDD}" type="pres">
      <dgm:prSet presAssocID="{A718DAD3-34D8-4AE8-9C24-115BD56DF20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64BB891-00B1-4840-B55B-5A1AECEB055D}" type="pres">
      <dgm:prSet presAssocID="{A718DAD3-34D8-4AE8-9C24-115BD56DF206}" presName="spaceRect" presStyleCnt="0"/>
      <dgm:spPr/>
    </dgm:pt>
    <dgm:pt modelId="{CA1F2AE0-06C0-4812-B078-24A86F5E0963}" type="pres">
      <dgm:prSet presAssocID="{A718DAD3-34D8-4AE8-9C24-115BD56DF206}" presName="textRect" presStyleLbl="revTx" presStyleIdx="4" presStyleCnt="6">
        <dgm:presLayoutVars>
          <dgm:chMax val="1"/>
          <dgm:chPref val="1"/>
        </dgm:presLayoutVars>
      </dgm:prSet>
      <dgm:spPr/>
    </dgm:pt>
    <dgm:pt modelId="{0FEA365A-5960-413B-9E50-38ADC2292A40}" type="pres">
      <dgm:prSet presAssocID="{1C1D0488-B986-473C-873A-E56D96C81020}" presName="sibTrans" presStyleLbl="sibTrans2D1" presStyleIdx="0" presStyleCnt="0"/>
      <dgm:spPr/>
    </dgm:pt>
    <dgm:pt modelId="{DF72DED1-91C6-4E75-9D8E-1970D1EE18E0}" type="pres">
      <dgm:prSet presAssocID="{58AA836A-D55E-4BE8-81EC-83C7063F0878}" presName="compNode" presStyleCnt="0"/>
      <dgm:spPr/>
    </dgm:pt>
    <dgm:pt modelId="{FB40BDF7-1CD3-4C71-AAFE-CEE6662407F8}" type="pres">
      <dgm:prSet presAssocID="{58AA836A-D55E-4BE8-81EC-83C7063F0878}" presName="iconBgRect" presStyleLbl="bgShp" presStyleIdx="5" presStyleCnt="6"/>
      <dgm:spPr/>
    </dgm:pt>
    <dgm:pt modelId="{824B60EF-F795-4361-8669-6D0C9872E17C}" type="pres">
      <dgm:prSet presAssocID="{58AA836A-D55E-4BE8-81EC-83C7063F087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56DA777B-AB29-4A2A-91CD-58D64E32EC36}" type="pres">
      <dgm:prSet presAssocID="{58AA836A-D55E-4BE8-81EC-83C7063F0878}" presName="spaceRect" presStyleCnt="0"/>
      <dgm:spPr/>
    </dgm:pt>
    <dgm:pt modelId="{36A844B0-9D29-4625-9DC7-2F18BBE1EF66}" type="pres">
      <dgm:prSet presAssocID="{58AA836A-D55E-4BE8-81EC-83C7063F0878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9844A16-30E1-4063-8D33-07C96F354EAA}" srcId="{E55BAD98-2244-4E6C-961C-FFB16F345F4B}" destId="{7BA809D2-D8EE-404E-A035-001C00983205}" srcOrd="2" destOrd="0" parTransId="{F6D6D57B-6BF5-4BA5-AF8D-2438DAD95039}" sibTransId="{71E7D511-C04C-4EFA-82C2-8FCF25390CA7}"/>
    <dgm:cxn modelId="{F2FE4F2B-EE80-46EB-9259-5183B06CE756}" type="presOf" srcId="{1C1D0488-B986-473C-873A-E56D96C81020}" destId="{0FEA365A-5960-413B-9E50-38ADC2292A40}" srcOrd="0" destOrd="0" presId="urn:microsoft.com/office/officeart/2018/2/layout/IconCircleList"/>
    <dgm:cxn modelId="{552D872B-91A8-4854-B082-ADDA53CE6273}" srcId="{E55BAD98-2244-4E6C-961C-FFB16F345F4B}" destId="{81C18420-510D-43B0-8BD1-581D7A939F87}" srcOrd="0" destOrd="0" parTransId="{622C1DB3-42AA-4AB6-B3FD-C85C32118D8A}" sibTransId="{E6D11856-5BB5-4C91-9357-7F62C48F963E}"/>
    <dgm:cxn modelId="{7D299030-EFD9-4193-B56E-0E650389F316}" srcId="{E55BAD98-2244-4E6C-961C-FFB16F345F4B}" destId="{BFA61B2F-1A17-46E4-BA41-B510AA10AA97}" srcOrd="1" destOrd="0" parTransId="{B1F48F6B-3D52-4060-A009-741487720406}" sibTransId="{1EEAC610-E765-4A6E-B70C-7DB33D87976A}"/>
    <dgm:cxn modelId="{6A7E7537-20CD-47E3-A8C8-EDFB5804A762}" type="presOf" srcId="{1EEAC610-E765-4A6E-B70C-7DB33D87976A}" destId="{03478DA5-6072-43C0-976C-C51802A365AF}" srcOrd="0" destOrd="0" presId="urn:microsoft.com/office/officeart/2018/2/layout/IconCircleList"/>
    <dgm:cxn modelId="{3DCFC13C-1EF5-4108-A932-13C9BF79E23F}" type="presOf" srcId="{7BA809D2-D8EE-404E-A035-001C00983205}" destId="{6FA7E4DE-04ED-4A0C-85CD-D0BA0636C8CC}" srcOrd="0" destOrd="0" presId="urn:microsoft.com/office/officeart/2018/2/layout/IconCircleList"/>
    <dgm:cxn modelId="{B5F8DB5E-7127-466F-981A-EE54E8035829}" type="presOf" srcId="{C8E09EC3-AE2A-48E1-B62A-ABE9488A9F9A}" destId="{B146713B-9E21-4D37-AB62-B88FF0E2D5B5}" srcOrd="0" destOrd="0" presId="urn:microsoft.com/office/officeart/2018/2/layout/IconCircleList"/>
    <dgm:cxn modelId="{B3443743-A8D2-4E0D-887A-0CD4C970FD5E}" type="presOf" srcId="{71E7D511-C04C-4EFA-82C2-8FCF25390CA7}" destId="{23CB6287-6488-4579-9E4D-4F88B1CBF244}" srcOrd="0" destOrd="0" presId="urn:microsoft.com/office/officeart/2018/2/layout/IconCircleList"/>
    <dgm:cxn modelId="{38C99667-DF05-4E92-B8A6-0FF0FD8304EE}" srcId="{E55BAD98-2244-4E6C-961C-FFB16F345F4B}" destId="{58AA836A-D55E-4BE8-81EC-83C7063F0878}" srcOrd="5" destOrd="0" parTransId="{0E0FFEF5-6793-4B6B-9353-47B1F706111E}" sibTransId="{13FDE3DE-ECB5-4F88-B3B6-8DA412EFD8DE}"/>
    <dgm:cxn modelId="{854C5F4C-10A5-4232-B77C-A5657660D77E}" type="presOf" srcId="{E55BAD98-2244-4E6C-961C-FFB16F345F4B}" destId="{887E41CE-7FB2-497D-A0AD-EDEEAD31560B}" srcOrd="0" destOrd="0" presId="urn:microsoft.com/office/officeart/2018/2/layout/IconCircleList"/>
    <dgm:cxn modelId="{A3E4EA6E-0292-43FC-AA3E-AFEC547DD803}" type="presOf" srcId="{A718DAD3-34D8-4AE8-9C24-115BD56DF206}" destId="{CA1F2AE0-06C0-4812-B078-24A86F5E0963}" srcOrd="0" destOrd="0" presId="urn:microsoft.com/office/officeart/2018/2/layout/IconCircleList"/>
    <dgm:cxn modelId="{49D3A459-B2B8-4B1E-ACE1-255281BBEDEF}" type="presOf" srcId="{58AA836A-D55E-4BE8-81EC-83C7063F0878}" destId="{36A844B0-9D29-4625-9DC7-2F18BBE1EF66}" srcOrd="0" destOrd="0" presId="urn:microsoft.com/office/officeart/2018/2/layout/IconCircleList"/>
    <dgm:cxn modelId="{7E73F484-C6DB-4BA1-80C6-2024FBF65156}" srcId="{E55BAD98-2244-4E6C-961C-FFB16F345F4B}" destId="{A718DAD3-34D8-4AE8-9C24-115BD56DF206}" srcOrd="4" destOrd="0" parTransId="{4764CD84-4791-4D11-BF20-D4B2417B2BA9}" sibTransId="{1C1D0488-B986-473C-873A-E56D96C81020}"/>
    <dgm:cxn modelId="{6401979D-46E8-4DC2-80A0-3E6806191D79}" type="presOf" srcId="{E6D11856-5BB5-4C91-9357-7F62C48F963E}" destId="{A1AC2823-66BC-4E00-9C78-9E9239C3A9D2}" srcOrd="0" destOrd="0" presId="urn:microsoft.com/office/officeart/2018/2/layout/IconCircleList"/>
    <dgm:cxn modelId="{8E6F6CBF-447D-481F-91D8-2CC4C7EBAD9C}" type="presOf" srcId="{BFA61B2F-1A17-46E4-BA41-B510AA10AA97}" destId="{1CADEE82-3827-420A-85D3-419A125B10C2}" srcOrd="0" destOrd="0" presId="urn:microsoft.com/office/officeart/2018/2/layout/IconCircleList"/>
    <dgm:cxn modelId="{C33250C1-B363-4393-A0A2-8CABF4D1340B}" srcId="{E55BAD98-2244-4E6C-961C-FFB16F345F4B}" destId="{C8E09EC3-AE2A-48E1-B62A-ABE9488A9F9A}" srcOrd="3" destOrd="0" parTransId="{5AE7AE85-4B14-45DD-A372-4E2C1F6F8114}" sibTransId="{645DEA96-8708-4ED2-81D1-D717EA6B6508}"/>
    <dgm:cxn modelId="{53AF52EB-DE27-4CD6-875A-05FEAA08B527}" type="presOf" srcId="{645DEA96-8708-4ED2-81D1-D717EA6B6508}" destId="{6985816A-6BF6-42FF-8925-DA4168749465}" srcOrd="0" destOrd="0" presId="urn:microsoft.com/office/officeart/2018/2/layout/IconCircleList"/>
    <dgm:cxn modelId="{BA9C74FE-6A00-404A-803C-3398C466E7C2}" type="presOf" srcId="{81C18420-510D-43B0-8BD1-581D7A939F87}" destId="{CD007015-875F-4255-B22C-75E0D9DDDD62}" srcOrd="0" destOrd="0" presId="urn:microsoft.com/office/officeart/2018/2/layout/IconCircleList"/>
    <dgm:cxn modelId="{283AA251-0EE9-424B-ADC6-64A2D353AA9F}" type="presParOf" srcId="{887E41CE-7FB2-497D-A0AD-EDEEAD31560B}" destId="{19BA5375-5312-4DC2-BFCB-66B5701D9E07}" srcOrd="0" destOrd="0" presId="urn:microsoft.com/office/officeart/2018/2/layout/IconCircleList"/>
    <dgm:cxn modelId="{6E38AD6E-FE52-4116-A07E-2C430A974E90}" type="presParOf" srcId="{19BA5375-5312-4DC2-BFCB-66B5701D9E07}" destId="{D3DF7A8F-C62A-435A-A08B-F34E5FD60F07}" srcOrd="0" destOrd="0" presId="urn:microsoft.com/office/officeart/2018/2/layout/IconCircleList"/>
    <dgm:cxn modelId="{1829025C-1570-4701-89E4-4485D666E6F0}" type="presParOf" srcId="{D3DF7A8F-C62A-435A-A08B-F34E5FD60F07}" destId="{1DFD023C-E629-40FD-B1B9-FDE64B4D5218}" srcOrd="0" destOrd="0" presId="urn:microsoft.com/office/officeart/2018/2/layout/IconCircleList"/>
    <dgm:cxn modelId="{2B1C5CFA-B8D3-42AD-9E20-03F0F42846D2}" type="presParOf" srcId="{D3DF7A8F-C62A-435A-A08B-F34E5FD60F07}" destId="{D55DD391-0131-43DD-919E-4577015BF4F1}" srcOrd="1" destOrd="0" presId="urn:microsoft.com/office/officeart/2018/2/layout/IconCircleList"/>
    <dgm:cxn modelId="{721E20DE-E448-456B-8C6F-92ACC8D671B1}" type="presParOf" srcId="{D3DF7A8F-C62A-435A-A08B-F34E5FD60F07}" destId="{C0CAC677-3C85-476D-B1F5-BE613DDAEDCB}" srcOrd="2" destOrd="0" presId="urn:microsoft.com/office/officeart/2018/2/layout/IconCircleList"/>
    <dgm:cxn modelId="{6FBB9F35-D219-4383-AFCF-D60975924AB3}" type="presParOf" srcId="{D3DF7A8F-C62A-435A-A08B-F34E5FD60F07}" destId="{CD007015-875F-4255-B22C-75E0D9DDDD62}" srcOrd="3" destOrd="0" presId="urn:microsoft.com/office/officeart/2018/2/layout/IconCircleList"/>
    <dgm:cxn modelId="{FA1D0616-ABC3-4CB5-8B4F-534783B7FF60}" type="presParOf" srcId="{19BA5375-5312-4DC2-BFCB-66B5701D9E07}" destId="{A1AC2823-66BC-4E00-9C78-9E9239C3A9D2}" srcOrd="1" destOrd="0" presId="urn:microsoft.com/office/officeart/2018/2/layout/IconCircleList"/>
    <dgm:cxn modelId="{D3876F17-5B1B-48BA-BFB0-7174E5BC57AE}" type="presParOf" srcId="{19BA5375-5312-4DC2-BFCB-66B5701D9E07}" destId="{FABBBD42-2A9F-4C09-8925-3B44093880C6}" srcOrd="2" destOrd="0" presId="urn:microsoft.com/office/officeart/2018/2/layout/IconCircleList"/>
    <dgm:cxn modelId="{B51D1B07-46FD-4C23-95FE-602919E4D33C}" type="presParOf" srcId="{FABBBD42-2A9F-4C09-8925-3B44093880C6}" destId="{74B1A2E4-746B-4B10-967C-2E2A5C1D36B7}" srcOrd="0" destOrd="0" presId="urn:microsoft.com/office/officeart/2018/2/layout/IconCircleList"/>
    <dgm:cxn modelId="{62085806-8C4B-4CE5-BAA0-4BC3F7989B0F}" type="presParOf" srcId="{FABBBD42-2A9F-4C09-8925-3B44093880C6}" destId="{2D24F0E5-E583-4F8E-986E-FF05DB5A35FA}" srcOrd="1" destOrd="0" presId="urn:microsoft.com/office/officeart/2018/2/layout/IconCircleList"/>
    <dgm:cxn modelId="{89A241DC-8083-4F24-B836-4ADBD2264F84}" type="presParOf" srcId="{FABBBD42-2A9F-4C09-8925-3B44093880C6}" destId="{5412ADE0-2A42-43B9-B673-C0EE7398DA9A}" srcOrd="2" destOrd="0" presId="urn:microsoft.com/office/officeart/2018/2/layout/IconCircleList"/>
    <dgm:cxn modelId="{A3C28298-8104-4F25-808C-152E884E9EFB}" type="presParOf" srcId="{FABBBD42-2A9F-4C09-8925-3B44093880C6}" destId="{1CADEE82-3827-420A-85D3-419A125B10C2}" srcOrd="3" destOrd="0" presId="urn:microsoft.com/office/officeart/2018/2/layout/IconCircleList"/>
    <dgm:cxn modelId="{F91DE507-228E-4890-903F-51A2EEDC9808}" type="presParOf" srcId="{19BA5375-5312-4DC2-BFCB-66B5701D9E07}" destId="{03478DA5-6072-43C0-976C-C51802A365AF}" srcOrd="3" destOrd="0" presId="urn:microsoft.com/office/officeart/2018/2/layout/IconCircleList"/>
    <dgm:cxn modelId="{DF6AC552-ED00-49F7-BBB8-1A9BF5D4D534}" type="presParOf" srcId="{19BA5375-5312-4DC2-BFCB-66B5701D9E07}" destId="{F38BC4BF-B495-4A80-A786-4F5E77645186}" srcOrd="4" destOrd="0" presId="urn:microsoft.com/office/officeart/2018/2/layout/IconCircleList"/>
    <dgm:cxn modelId="{35D4CDCD-01D8-4825-8C70-CD108D034D6E}" type="presParOf" srcId="{F38BC4BF-B495-4A80-A786-4F5E77645186}" destId="{D1B79E3C-A9CD-451A-88A9-07B19F8BD043}" srcOrd="0" destOrd="0" presId="urn:microsoft.com/office/officeart/2018/2/layout/IconCircleList"/>
    <dgm:cxn modelId="{C42DB77F-A290-445B-B11B-634DFC161023}" type="presParOf" srcId="{F38BC4BF-B495-4A80-A786-4F5E77645186}" destId="{A4A9A8F9-9480-4E36-B040-35FB8833CD21}" srcOrd="1" destOrd="0" presId="urn:microsoft.com/office/officeart/2018/2/layout/IconCircleList"/>
    <dgm:cxn modelId="{9A2C46BE-23FF-4050-8199-322844366C2D}" type="presParOf" srcId="{F38BC4BF-B495-4A80-A786-4F5E77645186}" destId="{D62963B4-FEE3-43E3-9E94-4BAD2AD7EFA6}" srcOrd="2" destOrd="0" presId="urn:microsoft.com/office/officeart/2018/2/layout/IconCircleList"/>
    <dgm:cxn modelId="{3BB0FCF5-A8BA-42CE-A500-ACE52FB09BF1}" type="presParOf" srcId="{F38BC4BF-B495-4A80-A786-4F5E77645186}" destId="{6FA7E4DE-04ED-4A0C-85CD-D0BA0636C8CC}" srcOrd="3" destOrd="0" presId="urn:microsoft.com/office/officeart/2018/2/layout/IconCircleList"/>
    <dgm:cxn modelId="{A99C52BE-8467-4C85-B226-EEC6B02DEF02}" type="presParOf" srcId="{19BA5375-5312-4DC2-BFCB-66B5701D9E07}" destId="{23CB6287-6488-4579-9E4D-4F88B1CBF244}" srcOrd="5" destOrd="0" presId="urn:microsoft.com/office/officeart/2018/2/layout/IconCircleList"/>
    <dgm:cxn modelId="{C4C55A31-8CA2-4CC2-B491-3142F4900368}" type="presParOf" srcId="{19BA5375-5312-4DC2-BFCB-66B5701D9E07}" destId="{AA95B4CA-B798-4E0A-A506-F6A47CC85264}" srcOrd="6" destOrd="0" presId="urn:microsoft.com/office/officeart/2018/2/layout/IconCircleList"/>
    <dgm:cxn modelId="{844EAA5A-5F9A-4309-A3B7-042D426F0AE3}" type="presParOf" srcId="{AA95B4CA-B798-4E0A-A506-F6A47CC85264}" destId="{A179AC45-3B81-424D-883F-3328BB08BE8C}" srcOrd="0" destOrd="0" presId="urn:microsoft.com/office/officeart/2018/2/layout/IconCircleList"/>
    <dgm:cxn modelId="{A9298659-0B37-4B54-9758-268D26B024B8}" type="presParOf" srcId="{AA95B4CA-B798-4E0A-A506-F6A47CC85264}" destId="{B7C80111-DA64-4D0C-A1AD-DCB4D81BE567}" srcOrd="1" destOrd="0" presId="urn:microsoft.com/office/officeart/2018/2/layout/IconCircleList"/>
    <dgm:cxn modelId="{F84C0785-4638-4AE6-BCF7-34A1F0889AF3}" type="presParOf" srcId="{AA95B4CA-B798-4E0A-A506-F6A47CC85264}" destId="{0174AC9B-D820-4895-B0FA-7BC9B411AFA0}" srcOrd="2" destOrd="0" presId="urn:microsoft.com/office/officeart/2018/2/layout/IconCircleList"/>
    <dgm:cxn modelId="{EE6B55D8-FCC5-43D8-8CA7-51A34FD4484C}" type="presParOf" srcId="{AA95B4CA-B798-4E0A-A506-F6A47CC85264}" destId="{B146713B-9E21-4D37-AB62-B88FF0E2D5B5}" srcOrd="3" destOrd="0" presId="urn:microsoft.com/office/officeart/2018/2/layout/IconCircleList"/>
    <dgm:cxn modelId="{2BB46F0F-D34C-46AD-A02A-E18B9CFD7457}" type="presParOf" srcId="{19BA5375-5312-4DC2-BFCB-66B5701D9E07}" destId="{6985816A-6BF6-42FF-8925-DA4168749465}" srcOrd="7" destOrd="0" presId="urn:microsoft.com/office/officeart/2018/2/layout/IconCircleList"/>
    <dgm:cxn modelId="{AC8AEEFC-B93E-46CD-857D-67D40EA905E3}" type="presParOf" srcId="{19BA5375-5312-4DC2-BFCB-66B5701D9E07}" destId="{4D411683-B7EF-4163-B4DF-8FA7300AD06A}" srcOrd="8" destOrd="0" presId="urn:microsoft.com/office/officeart/2018/2/layout/IconCircleList"/>
    <dgm:cxn modelId="{F56E4699-6EB2-4ED8-B589-8098D7788F5C}" type="presParOf" srcId="{4D411683-B7EF-4163-B4DF-8FA7300AD06A}" destId="{26806066-782D-4A7A-916A-71CBACC04A6A}" srcOrd="0" destOrd="0" presId="urn:microsoft.com/office/officeart/2018/2/layout/IconCircleList"/>
    <dgm:cxn modelId="{E635126C-73C4-4435-9570-44DF972B224F}" type="presParOf" srcId="{4D411683-B7EF-4163-B4DF-8FA7300AD06A}" destId="{71074DDC-4489-497B-B0D6-83C79D5EFEDD}" srcOrd="1" destOrd="0" presId="urn:microsoft.com/office/officeart/2018/2/layout/IconCircleList"/>
    <dgm:cxn modelId="{1BC1E502-2EBB-4621-ABBD-61D62D175E73}" type="presParOf" srcId="{4D411683-B7EF-4163-B4DF-8FA7300AD06A}" destId="{F64BB891-00B1-4840-B55B-5A1AECEB055D}" srcOrd="2" destOrd="0" presId="urn:microsoft.com/office/officeart/2018/2/layout/IconCircleList"/>
    <dgm:cxn modelId="{BE7059AC-0123-440E-B8BF-19F8DE330A04}" type="presParOf" srcId="{4D411683-B7EF-4163-B4DF-8FA7300AD06A}" destId="{CA1F2AE0-06C0-4812-B078-24A86F5E0963}" srcOrd="3" destOrd="0" presId="urn:microsoft.com/office/officeart/2018/2/layout/IconCircleList"/>
    <dgm:cxn modelId="{79FCC33B-E0A2-4187-AF78-2241DC45481F}" type="presParOf" srcId="{19BA5375-5312-4DC2-BFCB-66B5701D9E07}" destId="{0FEA365A-5960-413B-9E50-38ADC2292A40}" srcOrd="9" destOrd="0" presId="urn:microsoft.com/office/officeart/2018/2/layout/IconCircleList"/>
    <dgm:cxn modelId="{21C46704-A536-4ED0-A60D-D14AB2293C0A}" type="presParOf" srcId="{19BA5375-5312-4DC2-BFCB-66B5701D9E07}" destId="{DF72DED1-91C6-4E75-9D8E-1970D1EE18E0}" srcOrd="10" destOrd="0" presId="urn:microsoft.com/office/officeart/2018/2/layout/IconCircleList"/>
    <dgm:cxn modelId="{04477ACE-D62C-43BE-894D-E40CFA275792}" type="presParOf" srcId="{DF72DED1-91C6-4E75-9D8E-1970D1EE18E0}" destId="{FB40BDF7-1CD3-4C71-AAFE-CEE6662407F8}" srcOrd="0" destOrd="0" presId="urn:microsoft.com/office/officeart/2018/2/layout/IconCircleList"/>
    <dgm:cxn modelId="{8BF22304-2CE9-4844-B561-9D8F2489E0C7}" type="presParOf" srcId="{DF72DED1-91C6-4E75-9D8E-1970D1EE18E0}" destId="{824B60EF-F795-4361-8669-6D0C9872E17C}" srcOrd="1" destOrd="0" presId="urn:microsoft.com/office/officeart/2018/2/layout/IconCircleList"/>
    <dgm:cxn modelId="{D195C5F1-F0E4-46BA-86AA-80CDED7FBCD0}" type="presParOf" srcId="{DF72DED1-91C6-4E75-9D8E-1970D1EE18E0}" destId="{56DA777B-AB29-4A2A-91CD-58D64E32EC36}" srcOrd="2" destOrd="0" presId="urn:microsoft.com/office/officeart/2018/2/layout/IconCircleList"/>
    <dgm:cxn modelId="{960F200C-2109-4B75-9DB2-6BB158F770AE}" type="presParOf" srcId="{DF72DED1-91C6-4E75-9D8E-1970D1EE18E0}" destId="{36A844B0-9D29-4625-9DC7-2F18BBE1EF6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0984D0-34FA-46DA-BAEA-0A9950639650}">
      <dsp:nvSpPr>
        <dsp:cNvPr id="0" name=""/>
        <dsp:cNvSpPr/>
      </dsp:nvSpPr>
      <dsp:spPr>
        <a:xfrm>
          <a:off x="482521" y="2590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**Our Principles:**</a:t>
          </a:r>
        </a:p>
      </dsp:txBody>
      <dsp:txXfrm>
        <a:off x="482521" y="2590"/>
        <a:ext cx="1609687" cy="965812"/>
      </dsp:txXfrm>
    </dsp:sp>
    <dsp:sp modelId="{9EF8C211-C5E9-459D-B90D-0D7D203E3905}">
      <dsp:nvSpPr>
        <dsp:cNvPr id="0" name=""/>
        <dsp:cNvSpPr/>
      </dsp:nvSpPr>
      <dsp:spPr>
        <a:xfrm>
          <a:off x="2253177" y="2590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Confidentiality: Protecting sensitive data from unauthorized access.</a:t>
          </a:r>
        </a:p>
      </dsp:txBody>
      <dsp:txXfrm>
        <a:off x="2253177" y="2590"/>
        <a:ext cx="1609687" cy="965812"/>
      </dsp:txXfrm>
    </dsp:sp>
    <dsp:sp modelId="{C97EC3F9-783E-4A53-BB48-6B3449237B7B}">
      <dsp:nvSpPr>
        <dsp:cNvPr id="0" name=""/>
        <dsp:cNvSpPr/>
      </dsp:nvSpPr>
      <dsp:spPr>
        <a:xfrm>
          <a:off x="4023834" y="2590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Integrity: Ensuring the accuracy and reliability of information.</a:t>
          </a:r>
        </a:p>
      </dsp:txBody>
      <dsp:txXfrm>
        <a:off x="4023834" y="2590"/>
        <a:ext cx="1609687" cy="965812"/>
      </dsp:txXfrm>
    </dsp:sp>
    <dsp:sp modelId="{B35B1ABB-8EB6-4733-AA2F-CE7E3CB18B26}">
      <dsp:nvSpPr>
        <dsp:cNvPr id="0" name=""/>
        <dsp:cNvSpPr/>
      </dsp:nvSpPr>
      <dsp:spPr>
        <a:xfrm>
          <a:off x="5794490" y="2590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Availability: Guaranteeing seamless access to resources when needed.</a:t>
          </a:r>
        </a:p>
      </dsp:txBody>
      <dsp:txXfrm>
        <a:off x="5794490" y="2590"/>
        <a:ext cx="1609687" cy="965812"/>
      </dsp:txXfrm>
    </dsp:sp>
    <dsp:sp modelId="{5BDC26E8-B591-485F-BBDB-DFADFF3CDA0C}">
      <dsp:nvSpPr>
        <dsp:cNvPr id="0" name=""/>
        <dsp:cNvSpPr/>
      </dsp:nvSpPr>
      <dsp:spPr>
        <a:xfrm>
          <a:off x="482521" y="1129371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**Compliance Standards:**</a:t>
          </a:r>
        </a:p>
      </dsp:txBody>
      <dsp:txXfrm>
        <a:off x="482521" y="1129371"/>
        <a:ext cx="1609687" cy="965812"/>
      </dsp:txXfrm>
    </dsp:sp>
    <dsp:sp modelId="{1FDAD6BD-ABF1-4AAB-A4D5-99E2F8C2127B}">
      <dsp:nvSpPr>
        <dsp:cNvPr id="0" name=""/>
        <dsp:cNvSpPr/>
      </dsp:nvSpPr>
      <dsp:spPr>
        <a:xfrm>
          <a:off x="2253177" y="1129371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ISO 27001/27002: Global information security benchmarks.</a:t>
          </a:r>
        </a:p>
      </dsp:txBody>
      <dsp:txXfrm>
        <a:off x="2253177" y="1129371"/>
        <a:ext cx="1609687" cy="965812"/>
      </dsp:txXfrm>
    </dsp:sp>
    <dsp:sp modelId="{BBCF4A6D-FB35-49A7-B6ED-0E82F8C4B9AE}">
      <dsp:nvSpPr>
        <dsp:cNvPr id="0" name=""/>
        <dsp:cNvSpPr/>
      </dsp:nvSpPr>
      <dsp:spPr>
        <a:xfrm>
          <a:off x="4023834" y="1129371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GDPR: Protecting personal data under European regulations.</a:t>
          </a:r>
        </a:p>
      </dsp:txBody>
      <dsp:txXfrm>
        <a:off x="4023834" y="1129371"/>
        <a:ext cx="1609687" cy="965812"/>
      </dsp:txXfrm>
    </dsp:sp>
    <dsp:sp modelId="{4F1F2B4C-8F7B-411C-8B72-3A2CE7BB1A65}">
      <dsp:nvSpPr>
        <dsp:cNvPr id="0" name=""/>
        <dsp:cNvSpPr/>
      </dsp:nvSpPr>
      <dsp:spPr>
        <a:xfrm>
          <a:off x="5794490" y="1129371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- HIPAA: Ensuring healthcare information privacy and security.</a:t>
          </a:r>
        </a:p>
      </dsp:txBody>
      <dsp:txXfrm>
        <a:off x="5794490" y="1129371"/>
        <a:ext cx="1609687" cy="965812"/>
      </dsp:txXfrm>
    </dsp:sp>
    <dsp:sp modelId="{739D89BE-AC7A-4C02-A9DC-780AD8FCBB80}">
      <dsp:nvSpPr>
        <dsp:cNvPr id="0" name=""/>
        <dsp:cNvSpPr/>
      </dsp:nvSpPr>
      <dsp:spPr>
        <a:xfrm>
          <a:off x="482521" y="2256153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**Key Measures:**</a:t>
          </a:r>
        </a:p>
      </dsp:txBody>
      <dsp:txXfrm>
        <a:off x="482521" y="2256153"/>
        <a:ext cx="1609687" cy="965812"/>
      </dsp:txXfrm>
    </dsp:sp>
    <dsp:sp modelId="{B47659CE-EC9C-43BD-A6F7-3A66A7BA2F33}">
      <dsp:nvSpPr>
        <dsp:cNvPr id="0" name=""/>
        <dsp:cNvSpPr/>
      </dsp:nvSpPr>
      <dsp:spPr>
        <a:xfrm>
          <a:off x="2253177" y="2256153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Regular audits to identify and mitigate risks.</a:t>
          </a:r>
        </a:p>
      </dsp:txBody>
      <dsp:txXfrm>
        <a:off x="2253177" y="2256153"/>
        <a:ext cx="1609687" cy="965812"/>
      </dsp:txXfrm>
    </dsp:sp>
    <dsp:sp modelId="{C1F474B3-1B97-44C6-9C8C-511F4C159ABF}">
      <dsp:nvSpPr>
        <dsp:cNvPr id="0" name=""/>
        <dsp:cNvSpPr/>
      </dsp:nvSpPr>
      <dsp:spPr>
        <a:xfrm>
          <a:off x="4023834" y="2256153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Employee training sessions on cybersecurity awareness.</a:t>
          </a:r>
        </a:p>
      </dsp:txBody>
      <dsp:txXfrm>
        <a:off x="4023834" y="2256153"/>
        <a:ext cx="1609687" cy="965812"/>
      </dsp:txXfrm>
    </dsp:sp>
    <dsp:sp modelId="{126DB249-8DB3-4A32-936C-09060868084C}">
      <dsp:nvSpPr>
        <dsp:cNvPr id="0" name=""/>
        <dsp:cNvSpPr/>
      </dsp:nvSpPr>
      <dsp:spPr>
        <a:xfrm>
          <a:off x="5794490" y="2256153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Secure access control policies, including multi-factor authentication.</a:t>
          </a:r>
        </a:p>
      </dsp:txBody>
      <dsp:txXfrm>
        <a:off x="5794490" y="2256153"/>
        <a:ext cx="1609687" cy="965812"/>
      </dsp:txXfrm>
    </dsp:sp>
    <dsp:sp modelId="{5D288BA6-CAD3-43E4-B3B1-D9D7C3153533}">
      <dsp:nvSpPr>
        <dsp:cNvPr id="0" name=""/>
        <dsp:cNvSpPr/>
      </dsp:nvSpPr>
      <dsp:spPr>
        <a:xfrm>
          <a:off x="2253177" y="3382934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Proactive threat monitoring and swift incident response mechanisms.</a:t>
          </a:r>
        </a:p>
      </dsp:txBody>
      <dsp:txXfrm>
        <a:off x="2253177" y="3382934"/>
        <a:ext cx="1609687" cy="965812"/>
      </dsp:txXfrm>
    </dsp:sp>
    <dsp:sp modelId="{99E10947-DE8D-4F61-8F59-6A412D3CE5F9}">
      <dsp:nvSpPr>
        <dsp:cNvPr id="0" name=""/>
        <dsp:cNvSpPr/>
      </dsp:nvSpPr>
      <dsp:spPr>
        <a:xfrm>
          <a:off x="4023834" y="3382934"/>
          <a:ext cx="1609687" cy="9658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Centralized systems for policy acknowledgment and compliance tracking.</a:t>
          </a:r>
        </a:p>
      </dsp:txBody>
      <dsp:txXfrm>
        <a:off x="4023834" y="3382934"/>
        <a:ext cx="1609687" cy="965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B3A5D1-97BE-472A-844C-703DD8EE1B58}">
      <dsp:nvSpPr>
        <dsp:cNvPr id="0" name=""/>
        <dsp:cNvSpPr/>
      </dsp:nvSpPr>
      <dsp:spPr>
        <a:xfrm rot="5400000">
          <a:off x="2110572" y="-609994"/>
          <a:ext cx="978591" cy="244693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Communicate the User Charter effectively to all employees.</a:t>
          </a:r>
        </a:p>
      </dsp:txBody>
      <dsp:txXfrm rot="-5400000">
        <a:off x="1376401" y="171948"/>
        <a:ext cx="2399163" cy="883049"/>
      </dsp:txXfrm>
    </dsp:sp>
    <dsp:sp modelId="{1EE9D1E7-C052-4665-AD48-CD70DFEE8A21}">
      <dsp:nvSpPr>
        <dsp:cNvPr id="0" name=""/>
        <dsp:cNvSpPr/>
      </dsp:nvSpPr>
      <dsp:spPr>
        <a:xfrm>
          <a:off x="0" y="1853"/>
          <a:ext cx="1376400" cy="12232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Communicate</a:t>
          </a:r>
        </a:p>
      </dsp:txBody>
      <dsp:txXfrm>
        <a:off x="59714" y="61567"/>
        <a:ext cx="1256972" cy="1103811"/>
      </dsp:txXfrm>
    </dsp:sp>
    <dsp:sp modelId="{3CD0169A-1A21-4A15-A698-C4E77E519B63}">
      <dsp:nvSpPr>
        <dsp:cNvPr id="0" name=""/>
        <dsp:cNvSpPr/>
      </dsp:nvSpPr>
      <dsp:spPr>
        <a:xfrm rot="5400000">
          <a:off x="2110572" y="674406"/>
          <a:ext cx="978591" cy="244693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Secure acknowledgment and compliance organization-wide.</a:t>
          </a:r>
        </a:p>
      </dsp:txBody>
      <dsp:txXfrm rot="-5400000">
        <a:off x="1376401" y="1456349"/>
        <a:ext cx="2399163" cy="883049"/>
      </dsp:txXfrm>
    </dsp:sp>
    <dsp:sp modelId="{D2EE3175-944E-406B-8289-F2620C979033}">
      <dsp:nvSpPr>
        <dsp:cNvPr id="0" name=""/>
        <dsp:cNvSpPr/>
      </dsp:nvSpPr>
      <dsp:spPr>
        <a:xfrm>
          <a:off x="0" y="1286254"/>
          <a:ext cx="1376400" cy="12232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Secure</a:t>
          </a:r>
        </a:p>
      </dsp:txBody>
      <dsp:txXfrm>
        <a:off x="59714" y="1345968"/>
        <a:ext cx="1256972" cy="1103811"/>
      </dsp:txXfrm>
    </dsp:sp>
    <dsp:sp modelId="{D5E360D8-E8AB-4A39-93AE-9A176BEE1FA0}">
      <dsp:nvSpPr>
        <dsp:cNvPr id="0" name=""/>
        <dsp:cNvSpPr/>
      </dsp:nvSpPr>
      <dsp:spPr>
        <a:xfrm rot="5400000">
          <a:off x="2110572" y="1958807"/>
          <a:ext cx="978591" cy="244693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- Promote a culture of security awareness aligned with company goals.</a:t>
          </a:r>
        </a:p>
      </dsp:txBody>
      <dsp:txXfrm rot="-5400000">
        <a:off x="1376401" y="2740750"/>
        <a:ext cx="2399163" cy="883049"/>
      </dsp:txXfrm>
    </dsp:sp>
    <dsp:sp modelId="{0F499C09-5AD8-4E44-B60C-3D41311607D4}">
      <dsp:nvSpPr>
        <dsp:cNvPr id="0" name=""/>
        <dsp:cNvSpPr/>
      </dsp:nvSpPr>
      <dsp:spPr>
        <a:xfrm>
          <a:off x="0" y="2570655"/>
          <a:ext cx="1376400" cy="12232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Promote</a:t>
          </a:r>
        </a:p>
      </dsp:txBody>
      <dsp:txXfrm>
        <a:off x="59714" y="2630369"/>
        <a:ext cx="1256972" cy="11038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0C4D9-9AEA-42AF-ADD1-8A95ACC5989D}">
      <dsp:nvSpPr>
        <dsp:cNvPr id="0" name=""/>
        <dsp:cNvSpPr/>
      </dsp:nvSpPr>
      <dsp:spPr>
        <a:xfrm>
          <a:off x="0" y="1354343"/>
          <a:ext cx="2218134" cy="14085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2DEE640-F902-4DC5-A3AF-8819419DD977}">
      <dsp:nvSpPr>
        <dsp:cNvPr id="0" name=""/>
        <dsp:cNvSpPr/>
      </dsp:nvSpPr>
      <dsp:spPr>
        <a:xfrm>
          <a:off x="246459" y="1588479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Mandatory interactive training sessions.</a:t>
          </a:r>
        </a:p>
      </dsp:txBody>
      <dsp:txXfrm>
        <a:off x="287713" y="1629733"/>
        <a:ext cx="2135626" cy="1326007"/>
      </dsp:txXfrm>
    </dsp:sp>
    <dsp:sp modelId="{DDC4B96A-72AC-4121-B88B-75F54413C8FD}">
      <dsp:nvSpPr>
        <dsp:cNvPr id="0" name=""/>
        <dsp:cNvSpPr/>
      </dsp:nvSpPr>
      <dsp:spPr>
        <a:xfrm>
          <a:off x="2711053" y="1354343"/>
          <a:ext cx="2218134" cy="14085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CA60D22-AA1A-4BC6-876E-CDB21CD362A7}">
      <dsp:nvSpPr>
        <dsp:cNvPr id="0" name=""/>
        <dsp:cNvSpPr/>
      </dsp:nvSpPr>
      <dsp:spPr>
        <a:xfrm>
          <a:off x="2957512" y="1588479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Quizzes and scenarios to reinforce key principles.</a:t>
          </a:r>
        </a:p>
      </dsp:txBody>
      <dsp:txXfrm>
        <a:off x="2998766" y="1629733"/>
        <a:ext cx="2135626" cy="1326007"/>
      </dsp:txXfrm>
    </dsp:sp>
    <dsp:sp modelId="{59B3C182-4AF8-4B66-A14A-535E23EAF8E5}">
      <dsp:nvSpPr>
        <dsp:cNvPr id="0" name=""/>
        <dsp:cNvSpPr/>
      </dsp:nvSpPr>
      <dsp:spPr>
        <a:xfrm>
          <a:off x="5422106" y="1354343"/>
          <a:ext cx="2218134" cy="14085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E975B2A-A4DE-438A-BE1B-557D225D1C4D}">
      <dsp:nvSpPr>
        <dsp:cNvPr id="0" name=""/>
        <dsp:cNvSpPr/>
      </dsp:nvSpPr>
      <dsp:spPr>
        <a:xfrm>
          <a:off x="5668565" y="1588479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- Open Q&amp;A sessions for clarification and feedback.</a:t>
          </a:r>
        </a:p>
      </dsp:txBody>
      <dsp:txXfrm>
        <a:off x="5709819" y="1629733"/>
        <a:ext cx="2135626" cy="13260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622894-62BC-4263-9037-7300C6AB978D}">
      <dsp:nvSpPr>
        <dsp:cNvPr id="0" name=""/>
        <dsp:cNvSpPr/>
      </dsp:nvSpPr>
      <dsp:spPr>
        <a:xfrm>
          <a:off x="0" y="2124"/>
          <a:ext cx="788670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7EE843-8C67-4685-A222-3966056CC9CF}">
      <dsp:nvSpPr>
        <dsp:cNvPr id="0" name=""/>
        <dsp:cNvSpPr/>
      </dsp:nvSpPr>
      <dsp:spPr>
        <a:xfrm>
          <a:off x="0" y="2124"/>
          <a:ext cx="78867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Method:</a:t>
          </a:r>
        </a:p>
      </dsp:txBody>
      <dsp:txXfrm>
        <a:off x="0" y="2124"/>
        <a:ext cx="7886700" cy="395189"/>
      </dsp:txXfrm>
    </dsp:sp>
    <dsp:sp modelId="{4884D7DE-AC06-4DAB-8D53-124C310DD003}">
      <dsp:nvSpPr>
        <dsp:cNvPr id="0" name=""/>
        <dsp:cNvSpPr/>
      </dsp:nvSpPr>
      <dsp:spPr>
        <a:xfrm>
          <a:off x="0" y="397314"/>
          <a:ext cx="7886700" cy="0"/>
        </a:xfrm>
        <a:prstGeom prst="line">
          <a:avLst/>
        </a:prstGeom>
        <a:gradFill rotWithShape="0">
          <a:gsLst>
            <a:gs pos="0">
              <a:schemeClr val="accent5">
                <a:hueOff val="-993388"/>
                <a:satOff val="3981"/>
                <a:lumOff val="86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8"/>
                <a:satOff val="3981"/>
                <a:lumOff val="86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8"/>
              <a:satOff val="3981"/>
              <a:lumOff val="863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AF3C0D-EDED-4CE2-ADA1-BD26DF8FB535}">
      <dsp:nvSpPr>
        <dsp:cNvPr id="0" name=""/>
        <dsp:cNvSpPr/>
      </dsp:nvSpPr>
      <dsp:spPr>
        <a:xfrm>
          <a:off x="0" y="397314"/>
          <a:ext cx="78867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E-signature tools (DocuSign, Adobe Sign).</a:t>
          </a:r>
        </a:p>
      </dsp:txBody>
      <dsp:txXfrm>
        <a:off x="0" y="397314"/>
        <a:ext cx="7886700" cy="395189"/>
      </dsp:txXfrm>
    </dsp:sp>
    <dsp:sp modelId="{8BDDE424-7C75-4BEF-A125-B59DFED02D93}">
      <dsp:nvSpPr>
        <dsp:cNvPr id="0" name=""/>
        <dsp:cNvSpPr/>
      </dsp:nvSpPr>
      <dsp:spPr>
        <a:xfrm>
          <a:off x="0" y="792504"/>
          <a:ext cx="7886700" cy="0"/>
        </a:xfrm>
        <a:prstGeom prst="line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2FEC86-8D96-44F5-9AC0-CB15CD853BCD}">
      <dsp:nvSpPr>
        <dsp:cNvPr id="0" name=""/>
        <dsp:cNvSpPr/>
      </dsp:nvSpPr>
      <dsp:spPr>
        <a:xfrm>
          <a:off x="0" y="792504"/>
          <a:ext cx="78867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Integrated HR system workflows.</a:t>
          </a:r>
        </a:p>
      </dsp:txBody>
      <dsp:txXfrm>
        <a:off x="0" y="792504"/>
        <a:ext cx="7886700" cy="395189"/>
      </dsp:txXfrm>
    </dsp:sp>
    <dsp:sp modelId="{95DA2CB8-7CB0-477F-9BD2-F66934226EFB}">
      <dsp:nvSpPr>
        <dsp:cNvPr id="0" name=""/>
        <dsp:cNvSpPr/>
      </dsp:nvSpPr>
      <dsp:spPr>
        <a:xfrm>
          <a:off x="0" y="1187694"/>
          <a:ext cx="7886700" cy="0"/>
        </a:xfrm>
        <a:prstGeom prst="line">
          <a:avLst/>
        </a:prstGeom>
        <a:gradFill rotWithShape="0">
          <a:gsLst>
            <a:gs pos="0">
              <a:schemeClr val="accent5">
                <a:hueOff val="-2980163"/>
                <a:satOff val="11943"/>
                <a:lumOff val="258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980163"/>
                <a:satOff val="11943"/>
                <a:lumOff val="258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2980163"/>
              <a:satOff val="11943"/>
              <a:lumOff val="258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CCCCAD-F775-45B9-A2C1-9988E24E0A3D}">
      <dsp:nvSpPr>
        <dsp:cNvPr id="0" name=""/>
        <dsp:cNvSpPr/>
      </dsp:nvSpPr>
      <dsp:spPr>
        <a:xfrm>
          <a:off x="0" y="1187694"/>
          <a:ext cx="78867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Storage:</a:t>
          </a:r>
        </a:p>
      </dsp:txBody>
      <dsp:txXfrm>
        <a:off x="0" y="1187694"/>
        <a:ext cx="7886700" cy="395189"/>
      </dsp:txXfrm>
    </dsp:sp>
    <dsp:sp modelId="{E2799110-6AED-4001-9FA9-D060FB713296}">
      <dsp:nvSpPr>
        <dsp:cNvPr id="0" name=""/>
        <dsp:cNvSpPr/>
      </dsp:nvSpPr>
      <dsp:spPr>
        <a:xfrm>
          <a:off x="0" y="1582884"/>
          <a:ext cx="7886700" cy="0"/>
        </a:xfrm>
        <a:prstGeom prst="line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EFB9CC4-347D-4DF1-A0AA-2CEA393BF855}">
      <dsp:nvSpPr>
        <dsp:cNvPr id="0" name=""/>
        <dsp:cNvSpPr/>
      </dsp:nvSpPr>
      <dsp:spPr>
        <a:xfrm>
          <a:off x="0" y="1582884"/>
          <a:ext cx="78867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Secure central repository, HRIS ( Human resource Information system) or SharePoint.</a:t>
          </a:r>
        </a:p>
      </dsp:txBody>
      <dsp:txXfrm>
        <a:off x="0" y="1582884"/>
        <a:ext cx="7886700" cy="395189"/>
      </dsp:txXfrm>
    </dsp:sp>
    <dsp:sp modelId="{5994AA9D-18E0-445A-90F3-D9AFBF0F3819}">
      <dsp:nvSpPr>
        <dsp:cNvPr id="0" name=""/>
        <dsp:cNvSpPr/>
      </dsp:nvSpPr>
      <dsp:spPr>
        <a:xfrm>
          <a:off x="0" y="1978074"/>
          <a:ext cx="7886700" cy="0"/>
        </a:xfrm>
        <a:prstGeom prst="line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B38574-83BA-4674-83B6-06E86A327C60}">
      <dsp:nvSpPr>
        <dsp:cNvPr id="0" name=""/>
        <dsp:cNvSpPr/>
      </dsp:nvSpPr>
      <dsp:spPr>
        <a:xfrm>
          <a:off x="0" y="1978074"/>
          <a:ext cx="78867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Dashboard:</a:t>
          </a:r>
        </a:p>
      </dsp:txBody>
      <dsp:txXfrm>
        <a:off x="0" y="1978074"/>
        <a:ext cx="7886700" cy="395189"/>
      </dsp:txXfrm>
    </dsp:sp>
    <dsp:sp modelId="{C57B4436-F871-4041-950C-1FC5C7368D8E}">
      <dsp:nvSpPr>
        <dsp:cNvPr id="0" name=""/>
        <dsp:cNvSpPr/>
      </dsp:nvSpPr>
      <dsp:spPr>
        <a:xfrm>
          <a:off x="0" y="2373263"/>
          <a:ext cx="7886700" cy="0"/>
        </a:xfrm>
        <a:prstGeom prst="line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D23DFB-4A3B-4C67-9EB7-7E3B5663A2E8}">
      <dsp:nvSpPr>
        <dsp:cNvPr id="0" name=""/>
        <dsp:cNvSpPr/>
      </dsp:nvSpPr>
      <dsp:spPr>
        <a:xfrm>
          <a:off x="0" y="2373263"/>
          <a:ext cx="78867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Monitor acknowledgment rates by department.</a:t>
          </a:r>
        </a:p>
      </dsp:txBody>
      <dsp:txXfrm>
        <a:off x="0" y="2373263"/>
        <a:ext cx="7886700" cy="395189"/>
      </dsp:txXfrm>
    </dsp:sp>
    <dsp:sp modelId="{3166926B-CA4C-478B-B796-C21389163E8A}">
      <dsp:nvSpPr>
        <dsp:cNvPr id="0" name=""/>
        <dsp:cNvSpPr/>
      </dsp:nvSpPr>
      <dsp:spPr>
        <a:xfrm>
          <a:off x="0" y="2768453"/>
          <a:ext cx="7886700" cy="0"/>
        </a:xfrm>
        <a:prstGeom prst="line">
          <a:avLst/>
        </a:prstGeom>
        <a:gradFill rotWithShape="0">
          <a:gsLst>
            <a:gs pos="0">
              <a:schemeClr val="accent5">
                <a:hueOff val="-6953714"/>
                <a:satOff val="27868"/>
                <a:lumOff val="604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953714"/>
                <a:satOff val="27868"/>
                <a:lumOff val="604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953714"/>
              <a:satOff val="27868"/>
              <a:lumOff val="604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6E6DCD-B728-45AE-9F84-9CED5FE15E10}">
      <dsp:nvSpPr>
        <dsp:cNvPr id="0" name=""/>
        <dsp:cNvSpPr/>
      </dsp:nvSpPr>
      <dsp:spPr>
        <a:xfrm>
          <a:off x="0" y="2768453"/>
          <a:ext cx="78867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Reporting:</a:t>
          </a:r>
        </a:p>
      </dsp:txBody>
      <dsp:txXfrm>
        <a:off x="0" y="2768453"/>
        <a:ext cx="7886700" cy="395189"/>
      </dsp:txXfrm>
    </dsp:sp>
    <dsp:sp modelId="{C98A6933-9C58-4B5B-BB96-44981D1030A0}">
      <dsp:nvSpPr>
        <dsp:cNvPr id="0" name=""/>
        <dsp:cNvSpPr/>
      </dsp:nvSpPr>
      <dsp:spPr>
        <a:xfrm>
          <a:off x="0" y="3163643"/>
          <a:ext cx="7886700" cy="0"/>
        </a:xfrm>
        <a:prstGeom prst="line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45AF15-C204-4971-AA0F-79D21274EF5B}">
      <dsp:nvSpPr>
        <dsp:cNvPr id="0" name=""/>
        <dsp:cNvSpPr/>
      </dsp:nvSpPr>
      <dsp:spPr>
        <a:xfrm>
          <a:off x="0" y="3163643"/>
          <a:ext cx="78867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Generate periodic compliance reports.</a:t>
          </a:r>
        </a:p>
      </dsp:txBody>
      <dsp:txXfrm>
        <a:off x="0" y="3163643"/>
        <a:ext cx="7886700" cy="395189"/>
      </dsp:txXfrm>
    </dsp:sp>
    <dsp:sp modelId="{875015D4-15F7-4558-9F7E-A36A34A114FB}">
      <dsp:nvSpPr>
        <dsp:cNvPr id="0" name=""/>
        <dsp:cNvSpPr/>
      </dsp:nvSpPr>
      <dsp:spPr>
        <a:xfrm>
          <a:off x="0" y="3558833"/>
          <a:ext cx="7886700" cy="0"/>
        </a:xfrm>
        <a:prstGeom prst="line">
          <a:avLst/>
        </a:prstGeom>
        <a:gradFill rotWithShape="0">
          <a:gsLst>
            <a:gs pos="0">
              <a:schemeClr val="accent5">
                <a:hueOff val="-8940489"/>
                <a:satOff val="35830"/>
                <a:lumOff val="776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8940489"/>
                <a:satOff val="35830"/>
                <a:lumOff val="776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8940489"/>
              <a:satOff val="35830"/>
              <a:lumOff val="776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4D71C2-D837-4A3B-9445-ADFE684DB980}">
      <dsp:nvSpPr>
        <dsp:cNvPr id="0" name=""/>
        <dsp:cNvSpPr/>
      </dsp:nvSpPr>
      <dsp:spPr>
        <a:xfrm>
          <a:off x="0" y="3558833"/>
          <a:ext cx="78867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Follow-Up:</a:t>
          </a:r>
        </a:p>
      </dsp:txBody>
      <dsp:txXfrm>
        <a:off x="0" y="3558833"/>
        <a:ext cx="7886700" cy="395189"/>
      </dsp:txXfrm>
    </dsp:sp>
    <dsp:sp modelId="{D5317F15-7741-4234-BC00-771BE6895A44}">
      <dsp:nvSpPr>
        <dsp:cNvPr id="0" name=""/>
        <dsp:cNvSpPr/>
      </dsp:nvSpPr>
      <dsp:spPr>
        <a:xfrm>
          <a:off x="0" y="3954023"/>
          <a:ext cx="7886700" cy="0"/>
        </a:xfrm>
        <a:prstGeom prst="lin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06E2BE5-5210-4B6C-8939-E8586F88A64E}">
      <dsp:nvSpPr>
        <dsp:cNvPr id="0" name=""/>
        <dsp:cNvSpPr/>
      </dsp:nvSpPr>
      <dsp:spPr>
        <a:xfrm>
          <a:off x="0" y="3954023"/>
          <a:ext cx="7886700" cy="395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Automated reminders and manager escalation for non-compliance.</a:t>
          </a:r>
        </a:p>
      </dsp:txBody>
      <dsp:txXfrm>
        <a:off x="0" y="3954023"/>
        <a:ext cx="7886700" cy="3951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81499-9AA1-4ECF-9F96-A879369037AC}">
      <dsp:nvSpPr>
        <dsp:cNvPr id="0" name=""/>
        <dsp:cNvSpPr/>
      </dsp:nvSpPr>
      <dsp:spPr>
        <a:xfrm>
          <a:off x="0" y="531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DB695-418C-4061-8422-9B1FBA61AFAB}">
      <dsp:nvSpPr>
        <dsp:cNvPr id="0" name=""/>
        <dsp:cNvSpPr/>
      </dsp:nvSpPr>
      <dsp:spPr>
        <a:xfrm>
          <a:off x="0" y="531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Collaboration with Key Departments:</a:t>
          </a:r>
        </a:p>
      </dsp:txBody>
      <dsp:txXfrm>
        <a:off x="0" y="531"/>
        <a:ext cx="7886700" cy="621467"/>
      </dsp:txXfrm>
    </dsp:sp>
    <dsp:sp modelId="{664B2203-C267-4A61-95AC-9C71AE08C4DF}">
      <dsp:nvSpPr>
        <dsp:cNvPr id="0" name=""/>
        <dsp:cNvSpPr/>
      </dsp:nvSpPr>
      <dsp:spPr>
        <a:xfrm>
          <a:off x="0" y="621999"/>
          <a:ext cx="7886700" cy="0"/>
        </a:xfrm>
        <a:prstGeom prst="line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accent2">
              <a:hueOff val="780253"/>
              <a:satOff val="-973"/>
              <a:lumOff val="2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E6E12-7379-40F1-A267-43FBE691830E}">
      <dsp:nvSpPr>
        <dsp:cNvPr id="0" name=""/>
        <dsp:cNvSpPr/>
      </dsp:nvSpPr>
      <dsp:spPr>
        <a:xfrm>
          <a:off x="0" y="621999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- HR, IT, Legal/Compliance. </a:t>
          </a:r>
        </a:p>
      </dsp:txBody>
      <dsp:txXfrm>
        <a:off x="0" y="621999"/>
        <a:ext cx="7886700" cy="621467"/>
      </dsp:txXfrm>
    </dsp:sp>
    <dsp:sp modelId="{77D8634D-C7D8-4D52-9CD2-E941E1FE7925}">
      <dsp:nvSpPr>
        <dsp:cNvPr id="0" name=""/>
        <dsp:cNvSpPr/>
      </dsp:nvSpPr>
      <dsp:spPr>
        <a:xfrm>
          <a:off x="0" y="1243467"/>
          <a:ext cx="7886700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90089-0F29-42FE-8CC0-8A075CFCDDD0}">
      <dsp:nvSpPr>
        <dsp:cNvPr id="0" name=""/>
        <dsp:cNvSpPr/>
      </dsp:nvSpPr>
      <dsp:spPr>
        <a:xfrm>
          <a:off x="0" y="1243467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Communications </a:t>
          </a:r>
          <a:r>
            <a:rPr lang="en-US" sz="2400" b="1" kern="1200" dirty="0"/>
            <a:t>Timeline:</a:t>
          </a:r>
        </a:p>
      </dsp:txBody>
      <dsp:txXfrm>
        <a:off x="0" y="1243467"/>
        <a:ext cx="7886700" cy="621467"/>
      </dsp:txXfrm>
    </dsp:sp>
    <dsp:sp modelId="{4DD582AA-5A68-4944-B2FF-A9791B5A18BD}">
      <dsp:nvSpPr>
        <dsp:cNvPr id="0" name=""/>
        <dsp:cNvSpPr/>
      </dsp:nvSpPr>
      <dsp:spPr>
        <a:xfrm>
          <a:off x="0" y="1864935"/>
          <a:ext cx="7886700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0362F-C411-4301-BB32-C62563703C62}">
      <dsp:nvSpPr>
        <dsp:cNvPr id="0" name=""/>
        <dsp:cNvSpPr/>
      </dsp:nvSpPr>
      <dsp:spPr>
        <a:xfrm>
          <a:off x="0" y="1864935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Week 1: Finalize charter and communication materials.</a:t>
          </a:r>
        </a:p>
      </dsp:txBody>
      <dsp:txXfrm>
        <a:off x="0" y="1864935"/>
        <a:ext cx="7886700" cy="621467"/>
      </dsp:txXfrm>
    </dsp:sp>
    <dsp:sp modelId="{614FA5BD-1955-4D82-882A-547E7EE629BB}">
      <dsp:nvSpPr>
        <dsp:cNvPr id="0" name=""/>
        <dsp:cNvSpPr/>
      </dsp:nvSpPr>
      <dsp:spPr>
        <a:xfrm>
          <a:off x="0" y="2486402"/>
          <a:ext cx="7886700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17B53-C5E1-4493-9008-FE2CAC646E3D}">
      <dsp:nvSpPr>
        <dsp:cNvPr id="0" name=""/>
        <dsp:cNvSpPr/>
      </dsp:nvSpPr>
      <dsp:spPr>
        <a:xfrm>
          <a:off x="0" y="2486402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Week 2: Launch email/intranet announcements and training.</a:t>
          </a:r>
        </a:p>
      </dsp:txBody>
      <dsp:txXfrm>
        <a:off x="0" y="2486402"/>
        <a:ext cx="7886700" cy="621467"/>
      </dsp:txXfrm>
    </dsp:sp>
    <dsp:sp modelId="{9C9DE8CC-8D2D-4E22-B4C1-623B9600B3A9}">
      <dsp:nvSpPr>
        <dsp:cNvPr id="0" name=""/>
        <dsp:cNvSpPr/>
      </dsp:nvSpPr>
      <dsp:spPr>
        <a:xfrm>
          <a:off x="0" y="3107870"/>
          <a:ext cx="7886700" cy="0"/>
        </a:xfrm>
        <a:prstGeom prst="line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accent2">
              <a:hueOff val="3901266"/>
              <a:satOff val="-4866"/>
              <a:lumOff val="11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DD35B-57CD-405D-B3E3-7854832F9371}">
      <dsp:nvSpPr>
        <dsp:cNvPr id="0" name=""/>
        <dsp:cNvSpPr/>
      </dsp:nvSpPr>
      <dsp:spPr>
        <a:xfrm>
          <a:off x="0" y="3107870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Week 3: Collect acknowledgments and address questions.</a:t>
          </a:r>
        </a:p>
      </dsp:txBody>
      <dsp:txXfrm>
        <a:off x="0" y="3107870"/>
        <a:ext cx="7886700" cy="621467"/>
      </dsp:txXfrm>
    </dsp:sp>
    <dsp:sp modelId="{7EC5857F-93CB-4803-8D28-603621548EB0}">
      <dsp:nvSpPr>
        <dsp:cNvPr id="0" name=""/>
        <dsp:cNvSpPr/>
      </dsp:nvSpPr>
      <dsp:spPr>
        <a:xfrm>
          <a:off x="0" y="3729338"/>
          <a:ext cx="7886700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6D767-A1CA-476E-A208-B96D5C54A3E2}">
      <dsp:nvSpPr>
        <dsp:cNvPr id="0" name=""/>
        <dsp:cNvSpPr/>
      </dsp:nvSpPr>
      <dsp:spPr>
        <a:xfrm>
          <a:off x="0" y="3729338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- Week 4: Follow-up on pending acknowledgments and finalize reports.</a:t>
          </a:r>
        </a:p>
      </dsp:txBody>
      <dsp:txXfrm>
        <a:off x="0" y="3729338"/>
        <a:ext cx="7886700" cy="6214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F81499-9AA1-4ECF-9F96-A879369037AC}">
      <dsp:nvSpPr>
        <dsp:cNvPr id="0" name=""/>
        <dsp:cNvSpPr/>
      </dsp:nvSpPr>
      <dsp:spPr>
        <a:xfrm>
          <a:off x="0" y="531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0DB695-418C-4061-8422-9B1FBA61AFAB}">
      <dsp:nvSpPr>
        <dsp:cNvPr id="0" name=""/>
        <dsp:cNvSpPr/>
      </dsp:nvSpPr>
      <dsp:spPr>
        <a:xfrm>
          <a:off x="0" y="531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Expected Outcomes:</a:t>
          </a:r>
        </a:p>
      </dsp:txBody>
      <dsp:txXfrm>
        <a:off x="0" y="531"/>
        <a:ext cx="7886700" cy="621467"/>
      </dsp:txXfrm>
    </dsp:sp>
    <dsp:sp modelId="{664B2203-C267-4A61-95AC-9C71AE08C4DF}">
      <dsp:nvSpPr>
        <dsp:cNvPr id="0" name=""/>
        <dsp:cNvSpPr/>
      </dsp:nvSpPr>
      <dsp:spPr>
        <a:xfrm>
          <a:off x="0" y="621999"/>
          <a:ext cx="7886700" cy="0"/>
        </a:xfrm>
        <a:prstGeom prst="line">
          <a:avLst/>
        </a:prstGeom>
        <a:solidFill>
          <a:schemeClr val="accent2">
            <a:hueOff val="780253"/>
            <a:satOff val="-973"/>
            <a:lumOff val="229"/>
            <a:alphaOff val="0"/>
          </a:schemeClr>
        </a:solidFill>
        <a:ln w="25400" cap="flat" cmpd="sng" algn="ctr">
          <a:solidFill>
            <a:schemeClr val="accent2">
              <a:hueOff val="780253"/>
              <a:satOff val="-973"/>
              <a:lumOff val="2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E6E12-7379-40F1-A267-43FBE691830E}">
      <dsp:nvSpPr>
        <dsp:cNvPr id="0" name=""/>
        <dsp:cNvSpPr/>
      </dsp:nvSpPr>
      <dsp:spPr>
        <a:xfrm>
          <a:off x="0" y="621999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- Compliance: 100% acknowledgment rate from employees.</a:t>
          </a:r>
        </a:p>
      </dsp:txBody>
      <dsp:txXfrm>
        <a:off x="0" y="621999"/>
        <a:ext cx="7886700" cy="621467"/>
      </dsp:txXfrm>
    </dsp:sp>
    <dsp:sp modelId="{77D8634D-C7D8-4D52-9CD2-E941E1FE7925}">
      <dsp:nvSpPr>
        <dsp:cNvPr id="0" name=""/>
        <dsp:cNvSpPr/>
      </dsp:nvSpPr>
      <dsp:spPr>
        <a:xfrm>
          <a:off x="0" y="1243467"/>
          <a:ext cx="7886700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90089-0F29-42FE-8CC0-8A075CFCDDD0}">
      <dsp:nvSpPr>
        <dsp:cNvPr id="0" name=""/>
        <dsp:cNvSpPr/>
      </dsp:nvSpPr>
      <dsp:spPr>
        <a:xfrm>
          <a:off x="0" y="1243467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- Engagement: Increased awareness of security protocols.</a:t>
          </a:r>
        </a:p>
      </dsp:txBody>
      <dsp:txXfrm>
        <a:off x="0" y="1243467"/>
        <a:ext cx="7886700" cy="621467"/>
      </dsp:txXfrm>
    </dsp:sp>
    <dsp:sp modelId="{4DD582AA-5A68-4944-B2FF-A9791B5A18BD}">
      <dsp:nvSpPr>
        <dsp:cNvPr id="0" name=""/>
        <dsp:cNvSpPr/>
      </dsp:nvSpPr>
      <dsp:spPr>
        <a:xfrm>
          <a:off x="0" y="1864935"/>
          <a:ext cx="7886700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F0362F-C411-4301-BB32-C62563703C62}">
      <dsp:nvSpPr>
        <dsp:cNvPr id="0" name=""/>
        <dsp:cNvSpPr/>
      </dsp:nvSpPr>
      <dsp:spPr>
        <a:xfrm>
          <a:off x="0" y="1864935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- Risk Reduction: Improved alignment with Global Security Policy.</a:t>
          </a:r>
        </a:p>
      </dsp:txBody>
      <dsp:txXfrm>
        <a:off x="0" y="1864935"/>
        <a:ext cx="7886700" cy="621467"/>
      </dsp:txXfrm>
    </dsp:sp>
    <dsp:sp modelId="{614FA5BD-1955-4D82-882A-547E7EE629BB}">
      <dsp:nvSpPr>
        <dsp:cNvPr id="0" name=""/>
        <dsp:cNvSpPr/>
      </dsp:nvSpPr>
      <dsp:spPr>
        <a:xfrm>
          <a:off x="0" y="2486402"/>
          <a:ext cx="7886700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17B53-C5E1-4493-9008-FE2CAC646E3D}">
      <dsp:nvSpPr>
        <dsp:cNvPr id="0" name=""/>
        <dsp:cNvSpPr/>
      </dsp:nvSpPr>
      <dsp:spPr>
        <a:xfrm>
          <a:off x="0" y="2486402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Summary:</a:t>
          </a:r>
        </a:p>
      </dsp:txBody>
      <dsp:txXfrm>
        <a:off x="0" y="2486402"/>
        <a:ext cx="7886700" cy="621467"/>
      </dsp:txXfrm>
    </dsp:sp>
    <dsp:sp modelId="{9C9DE8CC-8D2D-4E22-B4C1-623B9600B3A9}">
      <dsp:nvSpPr>
        <dsp:cNvPr id="0" name=""/>
        <dsp:cNvSpPr/>
      </dsp:nvSpPr>
      <dsp:spPr>
        <a:xfrm>
          <a:off x="0" y="3107870"/>
          <a:ext cx="7886700" cy="0"/>
        </a:xfrm>
        <a:prstGeom prst="line">
          <a:avLst/>
        </a:prstGeom>
        <a:solidFill>
          <a:schemeClr val="accent2">
            <a:hueOff val="3901266"/>
            <a:satOff val="-4866"/>
            <a:lumOff val="1144"/>
            <a:alphaOff val="0"/>
          </a:schemeClr>
        </a:solidFill>
        <a:ln w="25400" cap="flat" cmpd="sng" algn="ctr">
          <a:solidFill>
            <a:schemeClr val="accent2">
              <a:hueOff val="3901266"/>
              <a:satOff val="-4866"/>
              <a:lumOff val="11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6DD35B-57CD-405D-B3E3-7854832F9371}">
      <dsp:nvSpPr>
        <dsp:cNvPr id="0" name=""/>
        <dsp:cNvSpPr/>
      </dsp:nvSpPr>
      <dsp:spPr>
        <a:xfrm>
          <a:off x="0" y="3107870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- Comprehensive deployment plan tailored to company culture.</a:t>
          </a:r>
        </a:p>
      </dsp:txBody>
      <dsp:txXfrm>
        <a:off x="0" y="3107870"/>
        <a:ext cx="7886700" cy="621467"/>
      </dsp:txXfrm>
    </dsp:sp>
    <dsp:sp modelId="{7EC5857F-93CB-4803-8D28-603621548EB0}">
      <dsp:nvSpPr>
        <dsp:cNvPr id="0" name=""/>
        <dsp:cNvSpPr/>
      </dsp:nvSpPr>
      <dsp:spPr>
        <a:xfrm>
          <a:off x="0" y="3749660"/>
          <a:ext cx="7886700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6D767-A1CA-476E-A208-B96D5C54A3E2}">
      <dsp:nvSpPr>
        <dsp:cNvPr id="0" name=""/>
        <dsp:cNvSpPr/>
      </dsp:nvSpPr>
      <dsp:spPr>
        <a:xfrm>
          <a:off x="0" y="3729338"/>
          <a:ext cx="78867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- Effective communication and tracking methods.</a:t>
          </a:r>
        </a:p>
      </dsp:txBody>
      <dsp:txXfrm>
        <a:off x="0" y="3729338"/>
        <a:ext cx="7886700" cy="6214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D06265-64DE-4744-ACB8-75D2A6A50F19}">
      <dsp:nvSpPr>
        <dsp:cNvPr id="0" name=""/>
        <dsp:cNvSpPr/>
      </dsp:nvSpPr>
      <dsp:spPr>
        <a:xfrm>
          <a:off x="3857" y="399765"/>
          <a:ext cx="1478756" cy="5091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Objective:</a:t>
          </a:r>
        </a:p>
      </dsp:txBody>
      <dsp:txXfrm>
        <a:off x="3857" y="399765"/>
        <a:ext cx="1478756" cy="509120"/>
      </dsp:txXfrm>
    </dsp:sp>
    <dsp:sp modelId="{A5F76606-23A3-44FF-8714-FE346601B30D}">
      <dsp:nvSpPr>
        <dsp:cNvPr id="0" name=""/>
        <dsp:cNvSpPr/>
      </dsp:nvSpPr>
      <dsp:spPr>
        <a:xfrm>
          <a:off x="3857" y="908885"/>
          <a:ext cx="1478756" cy="32173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Address recent phishing incidents effectively.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Enhance employee awareness and responsiveness to cybersecurity threats.</a:t>
          </a:r>
        </a:p>
      </dsp:txBody>
      <dsp:txXfrm>
        <a:off x="3857" y="908885"/>
        <a:ext cx="1478756" cy="3217311"/>
      </dsp:txXfrm>
    </dsp:sp>
    <dsp:sp modelId="{5EB877FF-9223-405A-9ECA-EA3268BC3DB6}">
      <dsp:nvSpPr>
        <dsp:cNvPr id="0" name=""/>
        <dsp:cNvSpPr/>
      </dsp:nvSpPr>
      <dsp:spPr>
        <a:xfrm>
          <a:off x="1689639" y="399765"/>
          <a:ext cx="1478756" cy="5091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What the Plan Covers:</a:t>
          </a:r>
        </a:p>
      </dsp:txBody>
      <dsp:txXfrm>
        <a:off x="1689639" y="399765"/>
        <a:ext cx="1478756" cy="509120"/>
      </dsp:txXfrm>
    </dsp:sp>
    <dsp:sp modelId="{D7335EDA-0F8D-455D-A522-A8CB2A7CD05F}">
      <dsp:nvSpPr>
        <dsp:cNvPr id="0" name=""/>
        <dsp:cNvSpPr/>
      </dsp:nvSpPr>
      <dsp:spPr>
        <a:xfrm>
          <a:off x="1689639" y="908885"/>
          <a:ext cx="1478756" cy="32173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Phishing Campaign Analysis: Insights from recent incidents, including risks and lessons learned.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Communication Strategy: Clear guidelines on reporting threats and staying vigilant.</a:t>
          </a:r>
        </a:p>
      </dsp:txBody>
      <dsp:txXfrm>
        <a:off x="1689639" y="908885"/>
        <a:ext cx="1478756" cy="3217311"/>
      </dsp:txXfrm>
    </dsp:sp>
    <dsp:sp modelId="{8CCBD1B2-EDEE-4167-841B-F1E280206A0F}">
      <dsp:nvSpPr>
        <dsp:cNvPr id="0" name=""/>
        <dsp:cNvSpPr/>
      </dsp:nvSpPr>
      <dsp:spPr>
        <a:xfrm>
          <a:off x="3375421" y="399765"/>
          <a:ext cx="1478756" cy="5091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Corrective Actions: </a:t>
          </a:r>
        </a:p>
      </dsp:txBody>
      <dsp:txXfrm>
        <a:off x="3375421" y="399765"/>
        <a:ext cx="1478756" cy="509120"/>
      </dsp:txXfrm>
    </dsp:sp>
    <dsp:sp modelId="{3650DBEC-C051-4CE0-A696-4ECFACE5D5F3}">
      <dsp:nvSpPr>
        <dsp:cNvPr id="0" name=""/>
        <dsp:cNvSpPr/>
      </dsp:nvSpPr>
      <dsp:spPr>
        <a:xfrm>
          <a:off x="3375421" y="908885"/>
          <a:ext cx="1478756" cy="32173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Steps for violators, employees, and the security team to prevent future incidents.</a:t>
          </a:r>
        </a:p>
      </dsp:txBody>
      <dsp:txXfrm>
        <a:off x="3375421" y="908885"/>
        <a:ext cx="1478756" cy="3217311"/>
      </dsp:txXfrm>
    </dsp:sp>
    <dsp:sp modelId="{2B1789C9-DABD-439D-BD3D-E44F2B889F8E}">
      <dsp:nvSpPr>
        <dsp:cNvPr id="0" name=""/>
        <dsp:cNvSpPr/>
      </dsp:nvSpPr>
      <dsp:spPr>
        <a:xfrm>
          <a:off x="5061204" y="399765"/>
          <a:ext cx="1478756" cy="5091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Awareness and Training: </a:t>
          </a:r>
        </a:p>
      </dsp:txBody>
      <dsp:txXfrm>
        <a:off x="5061204" y="399765"/>
        <a:ext cx="1478756" cy="509120"/>
      </dsp:txXfrm>
    </dsp:sp>
    <dsp:sp modelId="{A8F0AD79-A805-46BD-871F-6652493FEC5A}">
      <dsp:nvSpPr>
        <dsp:cNvPr id="0" name=""/>
        <dsp:cNvSpPr/>
      </dsp:nvSpPr>
      <dsp:spPr>
        <a:xfrm>
          <a:off x="5061204" y="908885"/>
          <a:ext cx="1478756" cy="32173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Interactive sessions, quizzes, and resources to build a security-first culture.</a:t>
          </a:r>
        </a:p>
      </dsp:txBody>
      <dsp:txXfrm>
        <a:off x="5061204" y="908885"/>
        <a:ext cx="1478756" cy="3217311"/>
      </dsp:txXfrm>
    </dsp:sp>
    <dsp:sp modelId="{D31B048C-5F9E-4601-86E0-CE80A4196148}">
      <dsp:nvSpPr>
        <dsp:cNvPr id="0" name=""/>
        <dsp:cNvSpPr/>
      </dsp:nvSpPr>
      <dsp:spPr>
        <a:xfrm>
          <a:off x="6746986" y="399765"/>
          <a:ext cx="1478756" cy="5091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Outcome:</a:t>
          </a:r>
        </a:p>
      </dsp:txBody>
      <dsp:txXfrm>
        <a:off x="6746986" y="399765"/>
        <a:ext cx="1478756" cy="509120"/>
      </dsp:txXfrm>
    </dsp:sp>
    <dsp:sp modelId="{E8FB73E3-D45D-4CEF-BC8B-8F781D7A1E10}">
      <dsp:nvSpPr>
        <dsp:cNvPr id="0" name=""/>
        <dsp:cNvSpPr/>
      </dsp:nvSpPr>
      <dsp:spPr>
        <a:xfrm>
          <a:off x="6746986" y="908885"/>
          <a:ext cx="1478756" cy="32173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 more informed, vigilant, and prepared workforce ready to tackle cybersecurity challenges.</a:t>
          </a:r>
        </a:p>
      </dsp:txBody>
      <dsp:txXfrm>
        <a:off x="6746986" y="908885"/>
        <a:ext cx="1478756" cy="321731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D023C-E629-40FD-B1B9-FDE64B4D5218}">
      <dsp:nvSpPr>
        <dsp:cNvPr id="0" name=""/>
        <dsp:cNvSpPr/>
      </dsp:nvSpPr>
      <dsp:spPr>
        <a:xfrm>
          <a:off x="334403" y="2600"/>
          <a:ext cx="955560" cy="95556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5DD391-0131-43DD-919E-4577015BF4F1}">
      <dsp:nvSpPr>
        <dsp:cNvPr id="0" name=""/>
        <dsp:cNvSpPr/>
      </dsp:nvSpPr>
      <dsp:spPr>
        <a:xfrm>
          <a:off x="535070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07015-875F-4255-B22C-75E0D9DDDD62}">
      <dsp:nvSpPr>
        <dsp:cNvPr id="0" name=""/>
        <dsp:cNvSpPr/>
      </dsp:nvSpPr>
      <dsp:spPr>
        <a:xfrm>
          <a:off x="1494726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- Incident Summary:</a:t>
          </a:r>
        </a:p>
      </dsp:txBody>
      <dsp:txXfrm>
        <a:off x="1494726" y="2600"/>
        <a:ext cx="2252392" cy="955560"/>
      </dsp:txXfrm>
    </dsp:sp>
    <dsp:sp modelId="{74B1A2E4-746B-4B10-967C-2E2A5C1D36B7}">
      <dsp:nvSpPr>
        <dsp:cNvPr id="0" name=""/>
        <dsp:cNvSpPr/>
      </dsp:nvSpPr>
      <dsp:spPr>
        <a:xfrm>
          <a:off x="4139581" y="2600"/>
          <a:ext cx="955560" cy="95556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24F0E5-E583-4F8E-986E-FF05DB5A35FA}">
      <dsp:nvSpPr>
        <dsp:cNvPr id="0" name=""/>
        <dsp:cNvSpPr/>
      </dsp:nvSpPr>
      <dsp:spPr>
        <a:xfrm>
          <a:off x="4340248" y="203268"/>
          <a:ext cx="554225" cy="5542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ADEE82-3827-420A-85D3-419A125B10C2}">
      <dsp:nvSpPr>
        <dsp:cNvPr id="0" name=""/>
        <dsp:cNvSpPr/>
      </dsp:nvSpPr>
      <dsp:spPr>
        <a:xfrm>
          <a:off x="5299904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Details of the phishing campaign.</a:t>
          </a:r>
        </a:p>
      </dsp:txBody>
      <dsp:txXfrm>
        <a:off x="5299904" y="2600"/>
        <a:ext cx="2252392" cy="955560"/>
      </dsp:txXfrm>
    </dsp:sp>
    <dsp:sp modelId="{D1B79E3C-A9CD-451A-88A9-07B19F8BD043}">
      <dsp:nvSpPr>
        <dsp:cNvPr id="0" name=""/>
        <dsp:cNvSpPr/>
      </dsp:nvSpPr>
      <dsp:spPr>
        <a:xfrm>
          <a:off x="334403" y="1697888"/>
          <a:ext cx="955560" cy="95556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A9A8F9-9480-4E36-B040-35FB8833CD21}">
      <dsp:nvSpPr>
        <dsp:cNvPr id="0" name=""/>
        <dsp:cNvSpPr/>
      </dsp:nvSpPr>
      <dsp:spPr>
        <a:xfrm>
          <a:off x="535070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A7E4DE-04ED-4A0C-85CD-D0BA0636C8CC}">
      <dsp:nvSpPr>
        <dsp:cNvPr id="0" name=""/>
        <dsp:cNvSpPr/>
      </dsp:nvSpPr>
      <dsp:spPr>
        <a:xfrm>
          <a:off x="1494726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Number of users affected and risks identified (e.g., data breach, compromised credentials).</a:t>
          </a:r>
        </a:p>
      </dsp:txBody>
      <dsp:txXfrm>
        <a:off x="1494726" y="1697888"/>
        <a:ext cx="2252392" cy="955560"/>
      </dsp:txXfrm>
    </dsp:sp>
    <dsp:sp modelId="{A179AC45-3B81-424D-883F-3328BB08BE8C}">
      <dsp:nvSpPr>
        <dsp:cNvPr id="0" name=""/>
        <dsp:cNvSpPr/>
      </dsp:nvSpPr>
      <dsp:spPr>
        <a:xfrm>
          <a:off x="4139581" y="1697888"/>
          <a:ext cx="955560" cy="95556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80111-DA64-4D0C-A1AD-DCB4D81BE567}">
      <dsp:nvSpPr>
        <dsp:cNvPr id="0" name=""/>
        <dsp:cNvSpPr/>
      </dsp:nvSpPr>
      <dsp:spPr>
        <a:xfrm>
          <a:off x="4340248" y="1898556"/>
          <a:ext cx="554225" cy="5542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46713B-9E21-4D37-AB62-B88FF0E2D5B5}">
      <dsp:nvSpPr>
        <dsp:cNvPr id="0" name=""/>
        <dsp:cNvSpPr/>
      </dsp:nvSpPr>
      <dsp:spPr>
        <a:xfrm>
          <a:off x="5299904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Associated Risks:</a:t>
          </a:r>
        </a:p>
      </dsp:txBody>
      <dsp:txXfrm>
        <a:off x="5299904" y="1697888"/>
        <a:ext cx="2252392" cy="955560"/>
      </dsp:txXfrm>
    </dsp:sp>
    <dsp:sp modelId="{26806066-782D-4A7A-916A-71CBACC04A6A}">
      <dsp:nvSpPr>
        <dsp:cNvPr id="0" name=""/>
        <dsp:cNvSpPr/>
      </dsp:nvSpPr>
      <dsp:spPr>
        <a:xfrm>
          <a:off x="334403" y="3393176"/>
          <a:ext cx="955560" cy="95556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74DDC-4489-497B-B0D6-83C79D5EFEDD}">
      <dsp:nvSpPr>
        <dsp:cNvPr id="0" name=""/>
        <dsp:cNvSpPr/>
      </dsp:nvSpPr>
      <dsp:spPr>
        <a:xfrm>
          <a:off x="535070" y="3593844"/>
          <a:ext cx="554225" cy="55422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F2AE0-06C0-4812-B078-24A86F5E0963}">
      <dsp:nvSpPr>
        <dsp:cNvPr id="0" name=""/>
        <dsp:cNvSpPr/>
      </dsp:nvSpPr>
      <dsp:spPr>
        <a:xfrm>
          <a:off x="1494726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Potential financial and reputational harm.</a:t>
          </a:r>
        </a:p>
      </dsp:txBody>
      <dsp:txXfrm>
        <a:off x="1494726" y="3393176"/>
        <a:ext cx="2252392" cy="955560"/>
      </dsp:txXfrm>
    </dsp:sp>
    <dsp:sp modelId="{FB40BDF7-1CD3-4C71-AAFE-CEE6662407F8}">
      <dsp:nvSpPr>
        <dsp:cNvPr id="0" name=""/>
        <dsp:cNvSpPr/>
      </dsp:nvSpPr>
      <dsp:spPr>
        <a:xfrm>
          <a:off x="4139581" y="3393176"/>
          <a:ext cx="955560" cy="95556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4B60EF-F795-4361-8669-6D0C9872E17C}">
      <dsp:nvSpPr>
        <dsp:cNvPr id="0" name=""/>
        <dsp:cNvSpPr/>
      </dsp:nvSpPr>
      <dsp:spPr>
        <a:xfrm>
          <a:off x="4340248" y="3593844"/>
          <a:ext cx="554225" cy="55422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844B0-9D29-4625-9DC7-2F18BBE1EF66}">
      <dsp:nvSpPr>
        <dsp:cNvPr id="0" name=""/>
        <dsp:cNvSpPr/>
      </dsp:nvSpPr>
      <dsp:spPr>
        <a:xfrm>
          <a:off x="5299904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Increased vulnerability to future attacks.</a:t>
          </a:r>
        </a:p>
      </dsp:txBody>
      <dsp:txXfrm>
        <a:off x="5299904" y="3393176"/>
        <a:ext cx="2252392" cy="955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46D10A-9C80-E3ED-B086-30B2EB0205B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019" y="1030406"/>
            <a:ext cx="6110785" cy="3081242"/>
          </a:xfrm>
        </p:spPr>
        <p:txBody>
          <a:bodyPr anchor="ctr">
            <a:normAutofit/>
          </a:bodyPr>
          <a:lstStyle/>
          <a:p>
            <a:r>
              <a:rPr lang="en-US" sz="420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</a:rPr>
              <a:t>Deployment </a:t>
            </a:r>
            <a:br>
              <a:rPr lang="en-US" sz="420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</a:rPr>
            </a:br>
            <a:r>
              <a:rPr lang="en-US" sz="4200">
                <a:ln w="22225">
                  <a:solidFill>
                    <a:schemeClr val="tx1"/>
                  </a:solidFill>
                  <a:miter lim="800000"/>
                </a:ln>
                <a:solidFill>
                  <a:srgbClr val="FFFFFF"/>
                </a:solidFill>
              </a:rPr>
              <a:t>and Communication Plan for the User Charter</a:t>
            </a:r>
            <a:endParaRPr lang="en-US" sz="4200" dirty="0">
              <a:ln w="22225">
                <a:solidFill>
                  <a:schemeClr val="tx1"/>
                </a:solidFill>
                <a:miter lim="800000"/>
              </a:ln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57" y="5171093"/>
            <a:ext cx="6808971" cy="8606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>
                <a:solidFill>
                  <a:srgbClr val="FFFFFF"/>
                </a:solidFill>
              </a:rPr>
              <a:t>Ensuring Compliance and Engagement Across OpenPharma</a:t>
            </a:r>
          </a:p>
          <a:p>
            <a:pPr>
              <a:lnSpc>
                <a:spcPct val="90000"/>
              </a:lnSpc>
            </a:pPr>
            <a:r>
              <a:rPr lang="en-US" sz="2000">
                <a:solidFill>
                  <a:srgbClr val="FFFFFF"/>
                </a:solidFill>
              </a:rPr>
              <a:t>Presented By: Meera Pillai</a:t>
            </a:r>
            <a:endParaRPr lang="en-US" sz="2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97FDE0-E38E-8DCB-5F6B-FAA141EBE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3CD3FF7-9A25-4A9A-6422-E80867557BB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D079E6-CD4D-6752-128E-31B400E30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At </a:t>
            </a:r>
            <a:r>
              <a:rPr lang="en-US" sz="1800" b="1" dirty="0" err="1"/>
              <a:t>OpenPharma</a:t>
            </a:r>
            <a:r>
              <a:rPr lang="en-US" sz="1800" dirty="0"/>
              <a:t>, security and compliance are at the core of our operations. As a leading innovator in the pharmaceutical industry, we are committed to protecting sensitive information, maintaining operational integrity, and ensuring regulatory compliance to safeguard our stakeholders, employees, and customers.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8319E4A4-43A9-34E6-79A2-545A5DAE8DB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198958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8F84F-EC7A-F320-399F-3B5A0AF31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261826-803F-190F-BC75-016AB636EB0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4F2442-CBAC-3344-E7A1-6A02E065E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Objectives &amp; Key Highlights </a:t>
            </a:r>
            <a:br>
              <a:rPr lang="en-US" dirty="0"/>
            </a:br>
            <a:r>
              <a:rPr lang="en-US" dirty="0"/>
              <a:t>of the User Charter</a:t>
            </a:r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F70D44D2-58ED-F762-4DA0-ADB2CC9740C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28650" y="2177456"/>
          <a:ext cx="3823335" cy="3795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8F1F8EA1-8C8E-A1DB-11F1-F42E9199517F}"/>
              </a:ext>
            </a:extLst>
          </p:cNvPr>
          <p:cNvSpPr txBox="1">
            <a:spLocks/>
          </p:cNvSpPr>
          <p:nvPr/>
        </p:nvSpPr>
        <p:spPr>
          <a:xfrm>
            <a:off x="4692015" y="2177456"/>
            <a:ext cx="3823335" cy="37957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/>
              <a:t>Principles </a:t>
            </a:r>
          </a:p>
          <a:p>
            <a:pPr marL="0" indent="0">
              <a:buNone/>
            </a:pPr>
            <a:r>
              <a:rPr lang="en-US" sz="2100" dirty="0"/>
              <a:t>	- Confidentiality, Integrity, 	Availability.</a:t>
            </a:r>
          </a:p>
          <a:p>
            <a:r>
              <a:rPr lang="en-US" sz="2100" dirty="0"/>
              <a:t>Scope</a:t>
            </a:r>
          </a:p>
          <a:p>
            <a:pPr marL="457200" lvl="1" indent="0">
              <a:buFont typeface="Arial"/>
              <a:buNone/>
            </a:pPr>
            <a:r>
              <a:rPr lang="en-US" sz="2100" dirty="0"/>
              <a:t>- Covers all employees and organizational assets.</a:t>
            </a:r>
          </a:p>
          <a:p>
            <a:r>
              <a:rPr lang="en-US" sz="2100" dirty="0"/>
              <a:t>Purpose</a:t>
            </a:r>
          </a:p>
          <a:p>
            <a:pPr marL="457200" lvl="1" indent="0">
              <a:buFont typeface="Arial"/>
              <a:buNone/>
            </a:pPr>
            <a:r>
              <a:rPr lang="en-US" sz="2100" dirty="0"/>
              <a:t>- Aligns with Global Security Policy to reduce risks and ensure compliance.</a:t>
            </a:r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275028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6FA303-421A-E669-09B4-70357FEEB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310B09-6D66-80B8-FEA9-A89B777933E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33C84C-3EDD-E1D7-7D52-75C2A469E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Communication Strategy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1C6827-0349-FFED-9786-0EB75D1F84B2}"/>
              </a:ext>
            </a:extLst>
          </p:cNvPr>
          <p:cNvGrpSpPr/>
          <p:nvPr/>
        </p:nvGrpSpPr>
        <p:grpSpPr>
          <a:xfrm>
            <a:off x="652067" y="1926917"/>
            <a:ext cx="7886700" cy="479700"/>
            <a:chOff x="0" y="55268"/>
            <a:chExt cx="7886700" cy="47970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EDBA4C1-4633-FB04-ADB8-DF696678B940}"/>
                </a:ext>
              </a:extLst>
            </p:cNvPr>
            <p:cNvSpPr/>
            <p:nvPr/>
          </p:nvSpPr>
          <p:spPr>
            <a:xfrm>
              <a:off x="0" y="55268"/>
              <a:ext cx="7886700" cy="4797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D1750678-2D7F-5E62-3DB0-D300369DB8F7}"/>
                </a:ext>
              </a:extLst>
            </p:cNvPr>
            <p:cNvSpPr txBox="1"/>
            <p:nvPr/>
          </p:nvSpPr>
          <p:spPr>
            <a:xfrm>
              <a:off x="23417" y="78685"/>
              <a:ext cx="7839866" cy="4328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Channels: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FE5382-653C-E547-727A-A3DFD8E2E2EB}"/>
              </a:ext>
            </a:extLst>
          </p:cNvPr>
          <p:cNvGrpSpPr/>
          <p:nvPr/>
        </p:nvGrpSpPr>
        <p:grpSpPr>
          <a:xfrm>
            <a:off x="652067" y="2464218"/>
            <a:ext cx="7886700" cy="479700"/>
            <a:chOff x="0" y="592569"/>
            <a:chExt cx="7886700" cy="479700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D15DE13-3550-01FF-1E86-21CF9ED66002}"/>
                </a:ext>
              </a:extLst>
            </p:cNvPr>
            <p:cNvSpPr/>
            <p:nvPr/>
          </p:nvSpPr>
          <p:spPr>
            <a:xfrm>
              <a:off x="0" y="592569"/>
              <a:ext cx="7886700" cy="4797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: Rounded Corners 6">
              <a:extLst>
                <a:ext uri="{FF2B5EF4-FFF2-40B4-BE49-F238E27FC236}">
                  <a16:creationId xmlns:a16="http://schemas.microsoft.com/office/drawing/2014/main" id="{225C2B84-EA15-1AFD-521A-2C0D79944CDC}"/>
                </a:ext>
              </a:extLst>
            </p:cNvPr>
            <p:cNvSpPr txBox="1"/>
            <p:nvPr/>
          </p:nvSpPr>
          <p:spPr>
            <a:xfrm>
              <a:off x="23417" y="615986"/>
              <a:ext cx="7839866" cy="4328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/>
                <a:t>- Email campaign with charter and deadlines.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577D997-A56C-F204-59F8-16793D651452}"/>
              </a:ext>
            </a:extLst>
          </p:cNvPr>
          <p:cNvGrpSpPr/>
          <p:nvPr/>
        </p:nvGrpSpPr>
        <p:grpSpPr>
          <a:xfrm>
            <a:off x="652067" y="3001518"/>
            <a:ext cx="7886700" cy="479700"/>
            <a:chOff x="0" y="1129869"/>
            <a:chExt cx="7886700" cy="4797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083209D-BB53-13C5-8C9C-1972AB07930E}"/>
                </a:ext>
              </a:extLst>
            </p:cNvPr>
            <p:cNvSpPr/>
            <p:nvPr/>
          </p:nvSpPr>
          <p:spPr>
            <a:xfrm>
              <a:off x="0" y="1129869"/>
              <a:ext cx="7886700" cy="4797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: Rounded Corners 8">
              <a:extLst>
                <a:ext uri="{FF2B5EF4-FFF2-40B4-BE49-F238E27FC236}">
                  <a16:creationId xmlns:a16="http://schemas.microsoft.com/office/drawing/2014/main" id="{0C6B9F51-B36B-C140-DD0A-27A34C51AAE8}"/>
                </a:ext>
              </a:extLst>
            </p:cNvPr>
            <p:cNvSpPr txBox="1"/>
            <p:nvPr/>
          </p:nvSpPr>
          <p:spPr>
            <a:xfrm>
              <a:off x="23417" y="1153286"/>
              <a:ext cx="7839866" cy="4328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/>
                <a:t>- Intranet hosting for easy access and FAQs.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0EA21ED-49EC-B326-48B6-EA7C36825926}"/>
              </a:ext>
            </a:extLst>
          </p:cNvPr>
          <p:cNvGrpSpPr/>
          <p:nvPr/>
        </p:nvGrpSpPr>
        <p:grpSpPr>
          <a:xfrm>
            <a:off x="652067" y="3538818"/>
            <a:ext cx="7886700" cy="479700"/>
            <a:chOff x="0" y="1667169"/>
            <a:chExt cx="7886700" cy="4797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90DF43B-3521-0EF8-B70D-3E47001A8286}"/>
                </a:ext>
              </a:extLst>
            </p:cNvPr>
            <p:cNvSpPr/>
            <p:nvPr/>
          </p:nvSpPr>
          <p:spPr>
            <a:xfrm>
              <a:off x="0" y="1667169"/>
              <a:ext cx="7886700" cy="4797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: Rounded Corners 10">
              <a:extLst>
                <a:ext uri="{FF2B5EF4-FFF2-40B4-BE49-F238E27FC236}">
                  <a16:creationId xmlns:a16="http://schemas.microsoft.com/office/drawing/2014/main" id="{1C377260-3DEB-D180-19D2-2A908A800136}"/>
                </a:ext>
              </a:extLst>
            </p:cNvPr>
            <p:cNvSpPr txBox="1"/>
            <p:nvPr/>
          </p:nvSpPr>
          <p:spPr>
            <a:xfrm>
              <a:off x="23417" y="1690586"/>
              <a:ext cx="7839866" cy="4328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/>
                <a:t>- All-hands meeting for high-level engagement.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5909F1-F54F-1E20-857A-B7F6F59C88BB}"/>
              </a:ext>
            </a:extLst>
          </p:cNvPr>
          <p:cNvGrpSpPr/>
          <p:nvPr/>
        </p:nvGrpSpPr>
        <p:grpSpPr>
          <a:xfrm>
            <a:off x="652067" y="4076118"/>
            <a:ext cx="7886700" cy="479700"/>
            <a:chOff x="0" y="2204469"/>
            <a:chExt cx="7886700" cy="479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F5F2B9B-5566-A9C5-C6CD-E916977730CF}"/>
                </a:ext>
              </a:extLst>
            </p:cNvPr>
            <p:cNvSpPr/>
            <p:nvPr/>
          </p:nvSpPr>
          <p:spPr>
            <a:xfrm>
              <a:off x="0" y="2204469"/>
              <a:ext cx="7886700" cy="4797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: Rounded Corners 12">
              <a:extLst>
                <a:ext uri="{FF2B5EF4-FFF2-40B4-BE49-F238E27FC236}">
                  <a16:creationId xmlns:a16="http://schemas.microsoft.com/office/drawing/2014/main" id="{51263C06-A7AE-2598-DCE5-CF480212DE68}"/>
                </a:ext>
              </a:extLst>
            </p:cNvPr>
            <p:cNvSpPr txBox="1"/>
            <p:nvPr/>
          </p:nvSpPr>
          <p:spPr>
            <a:xfrm>
              <a:off x="23417" y="2227886"/>
              <a:ext cx="7839866" cy="4328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/>
                <a:t>- Internal messaging tools (Slack, Teams) for reminders.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6370ADA-0DB3-436F-AAA7-DDEF311F5DED}"/>
              </a:ext>
            </a:extLst>
          </p:cNvPr>
          <p:cNvGrpSpPr/>
          <p:nvPr/>
        </p:nvGrpSpPr>
        <p:grpSpPr>
          <a:xfrm>
            <a:off x="652067" y="4613418"/>
            <a:ext cx="7886700" cy="479700"/>
            <a:chOff x="0" y="2741769"/>
            <a:chExt cx="7886700" cy="4797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4130D43-42C8-16A1-3244-410285948E70}"/>
                </a:ext>
              </a:extLst>
            </p:cNvPr>
            <p:cNvSpPr/>
            <p:nvPr/>
          </p:nvSpPr>
          <p:spPr>
            <a:xfrm>
              <a:off x="0" y="2741769"/>
              <a:ext cx="7886700" cy="4797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14">
              <a:extLst>
                <a:ext uri="{FF2B5EF4-FFF2-40B4-BE49-F238E27FC236}">
                  <a16:creationId xmlns:a16="http://schemas.microsoft.com/office/drawing/2014/main" id="{D0532264-BC0A-3DFA-221F-5C5D554F6269}"/>
                </a:ext>
              </a:extLst>
            </p:cNvPr>
            <p:cNvSpPr txBox="1"/>
            <p:nvPr/>
          </p:nvSpPr>
          <p:spPr>
            <a:xfrm>
              <a:off x="23417" y="2765186"/>
              <a:ext cx="7839866" cy="4328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Content Formats: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CEC0DB-0490-0B20-1286-3E4E13CCF935}"/>
              </a:ext>
            </a:extLst>
          </p:cNvPr>
          <p:cNvGrpSpPr/>
          <p:nvPr/>
        </p:nvGrpSpPr>
        <p:grpSpPr>
          <a:xfrm>
            <a:off x="652067" y="5150718"/>
            <a:ext cx="7886700" cy="479700"/>
            <a:chOff x="0" y="3279069"/>
            <a:chExt cx="7886700" cy="4797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00CD63E-B748-AD8A-8DD3-04CE0C3F33F6}"/>
                </a:ext>
              </a:extLst>
            </p:cNvPr>
            <p:cNvSpPr/>
            <p:nvPr/>
          </p:nvSpPr>
          <p:spPr>
            <a:xfrm>
              <a:off x="0" y="3279069"/>
              <a:ext cx="7886700" cy="4797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: Rounded Corners 16">
              <a:extLst>
                <a:ext uri="{FF2B5EF4-FFF2-40B4-BE49-F238E27FC236}">
                  <a16:creationId xmlns:a16="http://schemas.microsoft.com/office/drawing/2014/main" id="{613F2E34-BBE3-516B-7FDC-54954538359B}"/>
                </a:ext>
              </a:extLst>
            </p:cNvPr>
            <p:cNvSpPr txBox="1"/>
            <p:nvPr/>
          </p:nvSpPr>
          <p:spPr>
            <a:xfrm>
              <a:off x="23417" y="3302486"/>
              <a:ext cx="7839866" cy="4328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/>
                <a:t>- Detailed PDF and summary infographic.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B0E069F-6C46-FA8D-C897-A481B2371C4B}"/>
              </a:ext>
            </a:extLst>
          </p:cNvPr>
          <p:cNvGrpSpPr/>
          <p:nvPr/>
        </p:nvGrpSpPr>
        <p:grpSpPr>
          <a:xfrm>
            <a:off x="652067" y="5688018"/>
            <a:ext cx="7886700" cy="479700"/>
            <a:chOff x="0" y="3816369"/>
            <a:chExt cx="7886700" cy="4797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0FDF424-86EC-2F04-8707-65544315F0B3}"/>
                </a:ext>
              </a:extLst>
            </p:cNvPr>
            <p:cNvSpPr/>
            <p:nvPr/>
          </p:nvSpPr>
          <p:spPr>
            <a:xfrm>
              <a:off x="0" y="3816369"/>
              <a:ext cx="7886700" cy="4797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: Rounded Corners 18">
              <a:extLst>
                <a:ext uri="{FF2B5EF4-FFF2-40B4-BE49-F238E27FC236}">
                  <a16:creationId xmlns:a16="http://schemas.microsoft.com/office/drawing/2014/main" id="{8AF94348-EC1D-98B6-714D-81BC54596E9A}"/>
                </a:ext>
              </a:extLst>
            </p:cNvPr>
            <p:cNvSpPr txBox="1"/>
            <p:nvPr/>
          </p:nvSpPr>
          <p:spPr>
            <a:xfrm>
              <a:off x="23417" y="3839786"/>
              <a:ext cx="7839866" cy="4328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/>
                <a:t>- Short videos for accessibility.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1976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7C46CF-2398-C672-3D06-6A75708A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EBAF4A-2DA7-77D1-C0B8-16E32908252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1F1AFE-67FB-6C19-452D-BD65B6448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Engagement and Training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C55E5A37-414D-BCA4-239C-9312D16FAD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360369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8008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8DF3D-57D9-B066-1A76-FE260B8C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3366EE-D5DE-2E9A-4411-3E49E3A9A1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B780C0-E189-0595-B5E6-CD915C66F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Acknowledgment Process &amp; Compliance Tracking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F765BB6-0E3B-5D6A-66E6-DC4B139C93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132900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8212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85E08-01AE-BC6F-FC94-379C8400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05C37EF-8CA4-CD4A-67C4-DDAD8A5CA8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1115AC-5116-80ED-C435-3C3BE9A7F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Collaboration and Timeline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DCAF0F-7342-1054-40B7-A16CA69173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131977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3725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88ADD-E748-A434-119E-86A07A740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9FA7EC-277D-D9D4-F582-8C1EEF245D5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46403" y="43218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A88269-295E-443A-2526-2B543B4E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Expected Outcomes &amp;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90BA23-3C2C-443D-2074-0585F1BAEB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877924"/>
              </p:ext>
            </p:extLst>
          </p:nvPr>
        </p:nvGraphicFramePr>
        <p:xfrm>
          <a:off x="628650" y="1677689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8CC008B3-35CD-E70A-AB25-50B504916023}"/>
              </a:ext>
            </a:extLst>
          </p:cNvPr>
          <p:cNvGrpSpPr/>
          <p:nvPr/>
        </p:nvGrpSpPr>
        <p:grpSpPr>
          <a:xfrm>
            <a:off x="457200" y="3146128"/>
            <a:ext cx="8401050" cy="3448644"/>
            <a:chOff x="0" y="3960217"/>
            <a:chExt cx="8401050" cy="34486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90BCE90-1CBD-B9A1-4808-921051862029}"/>
                </a:ext>
              </a:extLst>
            </p:cNvPr>
            <p:cNvSpPr/>
            <p:nvPr/>
          </p:nvSpPr>
          <p:spPr>
            <a:xfrm>
              <a:off x="0" y="3960217"/>
              <a:ext cx="8229600" cy="56574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A17B45F-C3FD-4E16-2393-E30A4C929824}"/>
                </a:ext>
              </a:extLst>
            </p:cNvPr>
            <p:cNvSpPr txBox="1"/>
            <p:nvPr/>
          </p:nvSpPr>
          <p:spPr>
            <a:xfrm>
              <a:off x="171450" y="6843116"/>
              <a:ext cx="8229600" cy="5657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1440" tIns="91440" rIns="91440" bIns="91440" numCol="1" spcCol="1270" anchor="t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- Clear accountability and collaboration with departments.</a:t>
              </a:r>
            </a:p>
          </p:txBody>
        </p:sp>
      </p:grp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59BEE85-6BCC-7F75-6CC3-0508ECD779EC}"/>
              </a:ext>
            </a:extLst>
          </p:cNvPr>
          <p:cNvSpPr/>
          <p:nvPr/>
        </p:nvSpPr>
        <p:spPr>
          <a:xfrm>
            <a:off x="628650" y="6029027"/>
            <a:ext cx="7886700" cy="0"/>
          </a:xfrm>
          <a:prstGeom prst="line">
            <a:avLst/>
          </a:prstGeom>
        </p:spPr>
        <p:style>
          <a:lnRef idx="2">
            <a:schemeClr val="accent2">
              <a:hueOff val="4681519"/>
              <a:satOff val="-5839"/>
              <a:lumOff val="1373"/>
              <a:alphaOff val="0"/>
            </a:schemeClr>
          </a:lnRef>
          <a:fillRef idx="1">
            <a:schemeClr val="accent2">
              <a:hueOff val="4681519"/>
              <a:satOff val="-5839"/>
              <a:lumOff val="1373"/>
              <a:alphaOff val="0"/>
            </a:schemeClr>
          </a:fillRef>
          <a:effectRef idx="0">
            <a:schemeClr val="accent2">
              <a:hueOff val="4681519"/>
              <a:satOff val="-5839"/>
              <a:lumOff val="1373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706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83FAD-4189-1162-4CFD-FB3C91879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4335F2-0122-71EF-6F0F-D13D330660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46403" y="43218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B6D46E2-E338-04D0-499F-CCCD8467D8EA}"/>
              </a:ext>
            </a:extLst>
          </p:cNvPr>
          <p:cNvSpPr/>
          <p:nvPr/>
        </p:nvSpPr>
        <p:spPr>
          <a:xfrm>
            <a:off x="457200" y="3146128"/>
            <a:ext cx="8229600" cy="565745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235B94C-C254-3ADE-D16B-423C6DE21056}"/>
              </a:ext>
            </a:extLst>
          </p:cNvPr>
          <p:cNvSpPr/>
          <p:nvPr/>
        </p:nvSpPr>
        <p:spPr>
          <a:xfrm>
            <a:off x="628650" y="6029027"/>
            <a:ext cx="7886700" cy="0"/>
          </a:xfrm>
          <a:prstGeom prst="line">
            <a:avLst/>
          </a:prstGeom>
        </p:spPr>
        <p:style>
          <a:lnRef idx="2">
            <a:schemeClr val="accent2">
              <a:hueOff val="4681519"/>
              <a:satOff val="-5839"/>
              <a:lumOff val="1373"/>
              <a:alphaOff val="0"/>
            </a:schemeClr>
          </a:lnRef>
          <a:fillRef idx="1">
            <a:schemeClr val="accent2">
              <a:hueOff val="4681519"/>
              <a:satOff val="-5839"/>
              <a:lumOff val="1373"/>
              <a:alphaOff val="0"/>
            </a:schemeClr>
          </a:fillRef>
          <a:effectRef idx="0">
            <a:schemeClr val="accent2">
              <a:hueOff val="4681519"/>
              <a:satOff val="-5839"/>
              <a:lumOff val="1373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476794-03CB-8EDF-1AEA-7A05960E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Gearing Up for the Communication Plan</a:t>
            </a:r>
          </a:p>
        </p:txBody>
      </p:sp>
      <p:graphicFrame>
        <p:nvGraphicFramePr>
          <p:cNvPr id="15" name="Content Placeholder 7">
            <a:extLst>
              <a:ext uri="{FF2B5EF4-FFF2-40B4-BE49-F238E27FC236}">
                <a16:creationId xmlns:a16="http://schemas.microsoft.com/office/drawing/2014/main" id="{B7BD34AB-4022-22B0-5733-1377A7D40D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451557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7536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8A124-8088-D60C-21D0-BB6E16DE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48F678-D23D-424E-3D06-A670FA7D8F0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46403" y="43218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94678A9-43AB-E91D-9946-B300420868AB}"/>
              </a:ext>
            </a:extLst>
          </p:cNvPr>
          <p:cNvSpPr/>
          <p:nvPr/>
        </p:nvSpPr>
        <p:spPr>
          <a:xfrm>
            <a:off x="457200" y="3146128"/>
            <a:ext cx="8229600" cy="565745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02C32B90-4E82-63DD-15F5-E41892D7C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58817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Phishing Campaign Overview</a:t>
            </a:r>
          </a:p>
        </p:txBody>
      </p:sp>
    </p:spTree>
    <p:extLst>
      <p:ext uri="{BB962C8B-B14F-4D97-AF65-F5344CB8AC3E}">
        <p14:creationId xmlns:p14="http://schemas.microsoft.com/office/powerpoint/2010/main" val="803444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4E8E55-60E3-5B93-20DF-03FC25A31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1A4C56-5095-A022-B1F0-13FB86AC1DB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46403" y="43218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E47EE6D-2336-58C0-A675-794249A3E8E8}"/>
              </a:ext>
            </a:extLst>
          </p:cNvPr>
          <p:cNvSpPr/>
          <p:nvPr/>
        </p:nvSpPr>
        <p:spPr>
          <a:xfrm>
            <a:off x="457200" y="3146128"/>
            <a:ext cx="8229600" cy="565745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C1BD7D4-532C-6FC1-29B8-55E4F11D9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735345"/>
          </a:xfrm>
        </p:spPr>
        <p:txBody>
          <a:bodyPr>
            <a:normAutofit/>
          </a:bodyPr>
          <a:lstStyle/>
          <a:p>
            <a:r>
              <a:rPr lang="en-US" sz="3000" dirty="0"/>
              <a:t>Campaign Analysis and Communication Plan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A9D0FD-A18E-4E15-C46A-D9E9F9D17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2007705"/>
            <a:ext cx="7410669" cy="41692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Results:</a:t>
            </a:r>
          </a:p>
          <a:p>
            <a:r>
              <a:rPr lang="en-US" sz="2100" dirty="0"/>
              <a:t>  - Percentage of employees who clicked malicious links.</a:t>
            </a:r>
          </a:p>
          <a:p>
            <a:r>
              <a:rPr lang="en-US" sz="2100" dirty="0"/>
              <a:t>  - Number of compromised accounts or incidents reported.</a:t>
            </a:r>
          </a:p>
          <a:p>
            <a:r>
              <a:rPr lang="en-US" sz="2100" dirty="0"/>
              <a:t>  - Trends or patterns in the affected user group.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b="1" dirty="0"/>
              <a:t>Communication Plan Purpose:</a:t>
            </a:r>
          </a:p>
          <a:p>
            <a:r>
              <a:rPr lang="en-US" sz="2100" dirty="0"/>
              <a:t>  - Address campaign results and provide corrective feedback.</a:t>
            </a:r>
          </a:p>
          <a:p>
            <a:r>
              <a:rPr lang="en-US" sz="2100" dirty="0"/>
              <a:t>  - Align with </a:t>
            </a:r>
            <a:r>
              <a:rPr lang="en-US" sz="2100" dirty="0" err="1"/>
              <a:t>OpenPharma’s</a:t>
            </a:r>
            <a:r>
              <a:rPr lang="en-US" sz="2100" dirty="0"/>
              <a:t> values and practices.</a:t>
            </a:r>
          </a:p>
        </p:txBody>
      </p:sp>
    </p:spTree>
    <p:extLst>
      <p:ext uri="{BB962C8B-B14F-4D97-AF65-F5344CB8AC3E}">
        <p14:creationId xmlns:p14="http://schemas.microsoft.com/office/powerpoint/2010/main" val="3109812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7ADDD1-9BF7-171B-71BC-9D239B22C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2E7A4F-E8ED-5DFB-431D-0D148B20B38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46403" y="43218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387B5E0-003D-3DEF-009E-E21EDCB839D4}"/>
              </a:ext>
            </a:extLst>
          </p:cNvPr>
          <p:cNvSpPr/>
          <p:nvPr/>
        </p:nvSpPr>
        <p:spPr>
          <a:xfrm>
            <a:off x="457200" y="3146128"/>
            <a:ext cx="8229600" cy="565745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3FD80-F222-B734-1201-C62906E06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Means of Communication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D3615AA-DC8C-9E6A-AF15-7F5EF25D4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1842053"/>
            <a:ext cx="7410669" cy="433491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b="1" dirty="0"/>
              <a:t>Tools and Channels: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  - Email: Personalized messages to affected users.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  - Intranet: Company-wide incident summary and learning 		materials.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  - All-hands Meeting: Highlighting lessons learned and 		preventative measures.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  - Internal Chat (Slack/Teams): Real-time updates and Q&amp;A 	sessions.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100" b="1" dirty="0"/>
              <a:t>Content Formats: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  - Interactive training modules.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  - Infographics on phishing risks and responses.</a:t>
            </a:r>
          </a:p>
        </p:txBody>
      </p:sp>
    </p:spTree>
    <p:extLst>
      <p:ext uri="{BB962C8B-B14F-4D97-AF65-F5344CB8AC3E}">
        <p14:creationId xmlns:p14="http://schemas.microsoft.com/office/powerpoint/2010/main" val="4002074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3E9CD-837D-3FBE-82BB-E0AF404E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0BF420-B4AC-AD55-3855-BDB4F4F64CE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46403" y="43218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31C1F7-A1FF-EE24-8016-BA024D909FED}"/>
              </a:ext>
            </a:extLst>
          </p:cNvPr>
          <p:cNvSpPr/>
          <p:nvPr/>
        </p:nvSpPr>
        <p:spPr>
          <a:xfrm>
            <a:off x="457200" y="3146128"/>
            <a:ext cx="8229600" cy="565745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C6A0705-F2AA-CFA4-A4FB-08ED71B0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3000" dirty="0"/>
              <a:t>Corrective Actions and Recommendations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4952672-B888-E659-A0E0-6DDED84D6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1795671"/>
            <a:ext cx="7410669" cy="438129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900" b="1" dirty="0"/>
              <a:t>For Violators: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  - Complete additional phishing awareness training.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  - Update passwords and review secure practices.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  - Report any further suspicious activity immediately.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b="1" dirty="0"/>
              <a:t>For the Security Team: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  - Identify gaps in training programs.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  - Strengthen email filtering and security tools.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  - Conduct follow-up simulations to measure improvement.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 b="1" dirty="0"/>
              <a:t>For Employees: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  - Participate in ongoing training sessions.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  - Stay vigilant and report phishing attempts.</a:t>
            </a:r>
          </a:p>
          <a:p>
            <a:pPr>
              <a:lnSpc>
                <a:spcPct val="90000"/>
              </a:lnSpc>
            </a:pPr>
            <a:r>
              <a:rPr lang="en-US" sz="1900" dirty="0"/>
              <a:t>  - Use organization-approved tools to verify emails and links.</a:t>
            </a:r>
          </a:p>
        </p:txBody>
      </p:sp>
    </p:spTree>
    <p:extLst>
      <p:ext uri="{BB962C8B-B14F-4D97-AF65-F5344CB8AC3E}">
        <p14:creationId xmlns:p14="http://schemas.microsoft.com/office/powerpoint/2010/main" val="2084752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FD9F5-1148-D12C-853D-AE13BCA7E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3FF780-611C-09B9-BC3A-EAC6186D1A2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/>
        </p:blipFill>
        <p:spPr>
          <a:xfrm>
            <a:off x="46403" y="43218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12F5936-A05E-437E-99FD-9B669DFAD38B}"/>
              </a:ext>
            </a:extLst>
          </p:cNvPr>
          <p:cNvSpPr/>
          <p:nvPr/>
        </p:nvSpPr>
        <p:spPr>
          <a:xfrm>
            <a:off x="457200" y="3146128"/>
            <a:ext cx="8229600" cy="565745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61A8DB-F22E-4DD1-86ED-1074D6C8D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3000" dirty="0"/>
              <a:t>Recommendations and Questions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09B42BA-95D8-AC64-58FA-BBC01D52A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61" y="1855305"/>
            <a:ext cx="7410669" cy="4321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Recommendations for Security Team</a:t>
            </a:r>
            <a:r>
              <a:rPr lang="en-US" sz="2100" dirty="0"/>
              <a:t>:</a:t>
            </a:r>
          </a:p>
          <a:p>
            <a:r>
              <a:rPr lang="en-US" sz="2100" dirty="0"/>
              <a:t>  - Increase frequency of phishing simulations.</a:t>
            </a:r>
          </a:p>
          <a:p>
            <a:r>
              <a:rPr lang="en-US" sz="2100" dirty="0"/>
              <a:t>  - Provide regular updates on emerging threats.</a:t>
            </a:r>
          </a:p>
          <a:p>
            <a:r>
              <a:rPr lang="en-US" sz="2100" dirty="0"/>
              <a:t>  - Ensure accessibility of security resources and reporting channels.</a:t>
            </a:r>
          </a:p>
          <a:p>
            <a:pPr marL="0" indent="0">
              <a:buNone/>
            </a:pPr>
            <a:endParaRPr lang="en-US" sz="2100" dirty="0"/>
          </a:p>
          <a:p>
            <a:pPr marL="0" indent="0">
              <a:buNone/>
            </a:pPr>
            <a:r>
              <a:rPr lang="en-US" sz="2100" b="1" dirty="0"/>
              <a:t>Questions &amp; Discussion</a:t>
            </a:r>
            <a:r>
              <a:rPr lang="en-US" sz="2100" dirty="0"/>
              <a:t>:</a:t>
            </a:r>
          </a:p>
          <a:p>
            <a:r>
              <a:rPr lang="en-US" sz="2100" dirty="0"/>
              <a:t>  - Open for feedback from leadership.</a:t>
            </a:r>
          </a:p>
          <a:p>
            <a:r>
              <a:rPr lang="en-US" sz="2100" dirty="0"/>
              <a:t>  - Focus on refining the plan for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689580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CC5A2D5-C9D2-498A-9A57-E80CD3FCD880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1408</TotalTime>
  <Words>997</Words>
  <Application>Microsoft Office PowerPoint</Application>
  <PresentationFormat>On-screen Show (4:3)</PresentationFormat>
  <Paragraphs>133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Deployment  and Communication Plan for the User Charter</vt:lpstr>
      <vt:lpstr>At OpenPharma, security and compliance are at the core of our operations. As a leading innovator in the pharmaceutical industry, we are committed to protecting sensitive information, maintaining operational integrity, and ensuring regulatory compliance to safeguard our stakeholders, employees, and customers.</vt:lpstr>
      <vt:lpstr>Objectives &amp; Key Highlights  of the User Charter</vt:lpstr>
      <vt:lpstr>Communication Strategy</vt:lpstr>
      <vt:lpstr>Engagement and Training</vt:lpstr>
      <vt:lpstr>Acknowledgment Process &amp; Compliance Tracking</vt:lpstr>
      <vt:lpstr>Collaboration and Timeline</vt:lpstr>
      <vt:lpstr>Expected Outcomes &amp; Summary</vt:lpstr>
      <vt:lpstr>Gearing Up for the Communication Plan</vt:lpstr>
      <vt:lpstr>Phishing Campaign Overview</vt:lpstr>
      <vt:lpstr>Campaign Analysis and Communication Plan</vt:lpstr>
      <vt:lpstr>Means of Communication</vt:lpstr>
      <vt:lpstr>Corrective Actions and Recommendations</vt:lpstr>
      <vt:lpstr>Recommendations and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Meera Pillai</cp:lastModifiedBy>
  <cp:revision>59</cp:revision>
  <dcterms:created xsi:type="dcterms:W3CDTF">2013-01-27T09:14:16Z</dcterms:created>
  <dcterms:modified xsi:type="dcterms:W3CDTF">2025-01-16T03:37:04Z</dcterms:modified>
  <cp:category/>
</cp:coreProperties>
</file>